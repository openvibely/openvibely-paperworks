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7fc6a516446e6" /><Relationship Type="http://schemas.openxmlformats.org/officeDocument/2006/relationships/extended-properties" Target="/docProps/app.xml" Id="Ra755586023f34b4b" /><Relationship Type="http://schemas.openxmlformats.org/officeDocument/2006/relationships/officeDocument" Target="/ppt/presentation.xml" Id="R58056967cac3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26bd8be794a9b"/>
  </p:sldMasterIdLst>
  <p:notesMasterIdLst>
    <p:notesMasterId xmlns:r="http://schemas.openxmlformats.org/officeDocument/2006/relationships" r:id="R70cf98ba7a5e4218"/>
  </p:notesMasterIdLst>
  <p:sldIdLst>
    <p:sldId xmlns:r="http://schemas.openxmlformats.org/officeDocument/2006/relationships" id="256" r:id="R219769b091ad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2296bb1da4b85" /><Relationship Type="http://schemas.openxmlformats.org/officeDocument/2006/relationships/slideMaster" Target="/ppt/slideMasters/slideMaster1.xml" Id="Rc9d26bd8be794a9b" /><Relationship Type="http://schemas.openxmlformats.org/officeDocument/2006/relationships/notesMaster" Target="/ppt/notesMasters/notesMaster1.xml" Id="R70cf98ba7a5e4218" /><Relationship Type="http://schemas.openxmlformats.org/officeDocument/2006/relationships/presProps" Target="/ppt/presProps.xml" Id="R2230164d4b2a463c" /><Relationship Type="http://schemas.openxmlformats.org/officeDocument/2006/relationships/tableStyles" Target="/ppt/tableStyles.xml" Id="Ra8a81122d6c34eec" /><Relationship Type="http://schemas.openxmlformats.org/officeDocument/2006/relationships/slide" Target="/ppt/slides/slide1.xml" Id="R219769b091ad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f08920427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405532915045da" /><Relationship Type="http://schemas.openxmlformats.org/officeDocument/2006/relationships/notesMaster" Target="/ppt/notesMasters/notesMaster1.xml" Id="R265b3f073d9c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1948391894c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90cb9888e47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efa6e3fcf48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8ded0e61d4b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57d317d3549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d3c71c4c3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01BA02-7AEF-4637-B892-71A08CCE3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9A33DB-A4F6-44EA-AA89-953A5876D7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7344C0-9048-443E-A12C-CEF976AB9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DA3339-2782-415B-B1BC-02A1F8659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7278FA-BE61-477B-AC3E-FA814FE508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DE474D-FAEA-469A-A26C-C4A0C56F9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5746DF-8BCF-4414-9F9C-3C16CA8810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B71AF8-34BD-4C96-B0C3-0D63CEA3C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DCDA50-55CF-4D0B-995D-AA6FEEF13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E0629E-320B-42FE-895A-EFEC250835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376d2bd8c4989" /><Relationship Type="http://schemas.openxmlformats.org/officeDocument/2006/relationships/slideLayout" Target="/ppt/slideLayouts/slideLayout1.xml" Id="Re45acbe50fad4976" /><Relationship Type="http://schemas.openxmlformats.org/officeDocument/2006/relationships/slideLayout" Target="/ppt/slideLayouts/slideLayout2.xml" Id="Raf15267e4e1b453b" /><Relationship Type="http://schemas.openxmlformats.org/officeDocument/2006/relationships/slideLayout" Target="/ppt/slideLayouts/slideLayout3.xml" Id="R354524ddfb074a68" /><Relationship Type="http://schemas.openxmlformats.org/officeDocument/2006/relationships/slideLayout" Target="/ppt/slideLayouts/slideLayout4.xml" Id="R7cce7923e41b4ecd" /><Relationship Type="http://schemas.openxmlformats.org/officeDocument/2006/relationships/slideLayout" Target="/ppt/slideLayouts/slideLayout5.xml" Id="R1184465052cf4d32" /><Relationship Type="http://schemas.openxmlformats.org/officeDocument/2006/relationships/slideLayout" Target="/ppt/slideLayouts/slideLayout6.xml" Id="Rffcc511fc2c149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5acbe50fad4976"/>
    <p:sldLayoutId xmlns:r="http://schemas.openxmlformats.org/officeDocument/2006/relationships" id="2147483650" r:id="Raf15267e4e1b453b"/>
    <p:sldLayoutId xmlns:r="http://schemas.openxmlformats.org/officeDocument/2006/relationships" id="2147483651" r:id="R354524ddfb074a68"/>
    <p:sldLayoutId xmlns:r="http://schemas.openxmlformats.org/officeDocument/2006/relationships" id="2147483652" r:id="R7cce7923e41b4ecd"/>
    <p:sldLayoutId xmlns:r="http://schemas.openxmlformats.org/officeDocument/2006/relationships" id="2147483653" r:id="R1184465052cf4d32"/>
    <p:sldLayoutId xmlns:r="http://schemas.openxmlformats.org/officeDocument/2006/relationships" id="2147483654" r:id="Rffcc511fc2c149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4391460724ae1" /><Relationship Type="http://schemas.microsoft.com/office/2014/relationships/chartEx" Target="/ppt/slides/extendedCharts/chart.xml" Id="R2ced9bc14d004edb" /><Relationship Type="http://schemas.openxmlformats.org/officeDocument/2006/relationships/notesSlide" Target="/ppt/notesSlides/notesSlide1.xml" Id="Rb144fb65477b47dd" /></Relationships>
</file>

<file path=ppt/slides/extendedCharts/chart.xml><?xml version="1.0" encoding="utf-8"?>
<cx:chartSpace xmlns:cx="http://schemas.microsoft.com/office/drawing/2014/chartex">
  <cx:chartData>
    <cx:data id="0">
      <cx:strDim type="cat">
        <cx:lvl ptCount="3">
          <cx:pt idx="0">North</cx:pt>
          <cx:pt idx="1">North</cx:pt>
          <cx:pt idx="2">South</cx:pt>
        </cx:lvl>
        <cx:lvl ptCount="3">
          <cx:pt idx="0">A</cx:pt>
          <cx:pt idx="1">B</cx:pt>
          <cx:pt idx="2">C</cx:pt>
        </cx:lvl>
      </cx:strDim>
      <cx:numDim type="size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sunburst">
          <cx:tx>
            <cx:txData>
              <cx:v>Values</cx:v>
            </cx:txData>
          </cx:tx>
          <cx:dataId val="0"/>
        </cx:series>
      </cx:plotAreaRegion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5C595A0-2332-4C1F-B0AA-3D211870F932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2ced9bc14d004edb"/>
          </a:graphicData>
        </a:graphic>
      </p:graphicFrame>
    </p:spTree>
    <p:extLst>
      <p:ext uri="{BB962C8B-B14F-4D97-AF65-F5344CB8AC3E}">
        <p14:creationId xmlns:p14="http://schemas.microsoft.com/office/powerpoint/2010/main" val="1136519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2026-10-10T04:52:25.0540000Z</dcterms:created>
  <dcterms:modified xsi:type="dcterms:W3CDTF">2026-10-10T04:52:25.0540000Z</dcterms:modified>
</coreProperties>
</file>