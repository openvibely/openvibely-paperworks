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2ad35c3da42ff" /><Relationship Type="http://schemas.openxmlformats.org/officeDocument/2006/relationships/extended-properties" Target="/docProps/app.xml" Id="Ra47afe9a2bc74c46" /><Relationship Type="http://schemas.openxmlformats.org/officeDocument/2006/relationships/officeDocument" Target="/ppt/presentation.xml" Id="R8974154e08e8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68b9bad4f4cee"/>
  </p:sldMasterIdLst>
  <p:notesMasterIdLst>
    <p:notesMasterId xmlns:r="http://schemas.openxmlformats.org/officeDocument/2006/relationships" r:id="R0699f86090ff4a04"/>
  </p:notesMasterIdLst>
  <p:sldIdLst>
    <p:sldId xmlns:r="http://schemas.openxmlformats.org/officeDocument/2006/relationships" id="256" r:id="Rf8b685744b4247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ebf1a8d384a02" /><Relationship Type="http://schemas.openxmlformats.org/officeDocument/2006/relationships/slideMaster" Target="/ppt/slideMasters/slideMaster1.xml" Id="Rb4c68b9bad4f4cee" /><Relationship Type="http://schemas.openxmlformats.org/officeDocument/2006/relationships/notesMaster" Target="/ppt/notesMasters/notesMaster1.xml" Id="R0699f86090ff4a04" /><Relationship Type="http://schemas.openxmlformats.org/officeDocument/2006/relationships/presProps" Target="/ppt/presProps.xml" Id="Rf849891b08ec492b" /><Relationship Type="http://schemas.openxmlformats.org/officeDocument/2006/relationships/tableStyles" Target="/ppt/tableStyles.xml" Id="Rb9f4eaf8447d431c" /><Relationship Type="http://schemas.openxmlformats.org/officeDocument/2006/relationships/slide" Target="/ppt/slides/slide1.xml" Id="Rf8b685744b42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570ebebce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c44d67cc14a7c" /><Relationship Type="http://schemas.openxmlformats.org/officeDocument/2006/relationships/notesMaster" Target="/ppt/notesMasters/notesMaster1.xml" Id="R05e1cea5b4e0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5040892f44d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eaac673c446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b15d9271241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423a01d1e4d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949ce1e4247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e1b1062f74c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F99D7-9E8A-4DE5-9D20-7AFE51600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03E050-760B-4C6F-BC34-8D4BD52D26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B6A80E-B30C-4EC1-9B09-1CD35E916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52728E-37DE-403F-8DC0-A45E53801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0AAEC4-CCBE-420A-8A7B-BFBC15F68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545D1A-8E61-4504-8669-5FE8CE0C4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106A17-E600-485F-A83E-4E730FA95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DFDD64-21A6-4A41-AA64-DA6B7EE789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9616F9-DFAE-48F3-8B51-56023551A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0F28CA-1E46-40BA-906F-2436385A2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f4af1b5f14789" /><Relationship Type="http://schemas.openxmlformats.org/officeDocument/2006/relationships/slideLayout" Target="/ppt/slideLayouts/slideLayout1.xml" Id="R4cc5dc49de9f46a7" /><Relationship Type="http://schemas.openxmlformats.org/officeDocument/2006/relationships/slideLayout" Target="/ppt/slideLayouts/slideLayout2.xml" Id="R91e57032d45f4872" /><Relationship Type="http://schemas.openxmlformats.org/officeDocument/2006/relationships/slideLayout" Target="/ppt/slideLayouts/slideLayout3.xml" Id="Re2f94383cde94d7c" /><Relationship Type="http://schemas.openxmlformats.org/officeDocument/2006/relationships/slideLayout" Target="/ppt/slideLayouts/slideLayout4.xml" Id="R679539ffde4842ed" /><Relationship Type="http://schemas.openxmlformats.org/officeDocument/2006/relationships/slideLayout" Target="/ppt/slideLayouts/slideLayout5.xml" Id="Re7ecab798d0f4d17" /><Relationship Type="http://schemas.openxmlformats.org/officeDocument/2006/relationships/slideLayout" Target="/ppt/slideLayouts/slideLayout6.xml" Id="Rb13a6e8ce90d45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c5dc49de9f46a7"/>
    <p:sldLayoutId xmlns:r="http://schemas.openxmlformats.org/officeDocument/2006/relationships" id="2147483650" r:id="R91e57032d45f4872"/>
    <p:sldLayoutId xmlns:r="http://schemas.openxmlformats.org/officeDocument/2006/relationships" id="2147483651" r:id="Re2f94383cde94d7c"/>
    <p:sldLayoutId xmlns:r="http://schemas.openxmlformats.org/officeDocument/2006/relationships" id="2147483652" r:id="R679539ffde4842ed"/>
    <p:sldLayoutId xmlns:r="http://schemas.openxmlformats.org/officeDocument/2006/relationships" id="2147483653" r:id="Re7ecab798d0f4d17"/>
    <p:sldLayoutId xmlns:r="http://schemas.openxmlformats.org/officeDocument/2006/relationships" id="2147483654" r:id="Rb13a6e8ce90d45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d695c6ef54748" /><Relationship Type="http://schemas.microsoft.com/office/2014/relationships/chartEx" Target="/ppt/slides/extendedCharts/chart.xml" Id="Rb1df823399064636" /><Relationship Type="http://schemas.openxmlformats.org/officeDocument/2006/relationships/notesSlide" Target="/ppt/notesSlides/notesSlide1.xml" Id="R45783879cb5f4559" /></Relationships>
</file>

<file path=ppt/slides/extendedCharts/chart.xml><?xml version="1.0" encoding="utf-8"?>
<cx:chartSpace xmlns:cx="http://schemas.microsoft.com/office/drawing/2014/chartex">
  <cx:chartData>
    <cx:data id="0">
      <cx:numDim type="val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clusteredColumn">
          <cx:tx>
            <cx:txData>
              <cx:v>Values</cx:v>
            </cx:txData>
          </cx:tx>
          <cx:dataId val="0"/>
          <cx:layoutPr>
            <cx:binning/>
          </cx:layoutPr>
        </cx:series>
      </cx:plotAreaRegion>
      <cx:axis id="0">
        <cx:catScaling gapWidth="0"/>
        <cx:tickLabels/>
      </cx:axis>
      <cx:axis id="1">
        <cx:valScaling/>
        <cx:majorGridlines>
          <cx:spPr>
            <a:ln xmlns:a="http://schemas.openxmlformats.org/drawingml/2006/main">
              <a:noFill/>
            </a:ln>
          </cx:spPr>
        </cx:majorGridlines>
        <cx:tickLabels/>
      </cx:axis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22BC3CD-BB16-46A9-A4C7-098CA97D559A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b1df823399064636"/>
          </a:graphicData>
        </a:graphic>
      </p:graphicFrame>
    </p:spTree>
    <p:extLst>
      <p:ext uri="{BB962C8B-B14F-4D97-AF65-F5344CB8AC3E}">
        <p14:creationId xmlns:p14="http://schemas.microsoft.com/office/powerpoint/2010/main" val="1259423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2026-10-10T04:31:50.2680000Z</dcterms:created>
  <dcterms:modified xsi:type="dcterms:W3CDTF">2026-10-10T04:31:50.2680000Z</dcterms:modified>
</coreProperties>
</file>