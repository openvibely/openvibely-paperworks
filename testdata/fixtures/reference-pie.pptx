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c8792f0a564786" /><Relationship Type="http://schemas.openxmlformats.org/officeDocument/2006/relationships/extended-properties" Target="/docProps/app.xml" Id="R666895679a05432a" /><Relationship Type="http://schemas.openxmlformats.org/officeDocument/2006/relationships/officeDocument" Target="/ppt/presentation.xml" Id="R5733d08215e3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12b152d494dc5"/>
  </p:sldMasterIdLst>
  <p:notesMasterIdLst>
    <p:notesMasterId xmlns:r="http://schemas.openxmlformats.org/officeDocument/2006/relationships" r:id="R02833beae2444b48"/>
  </p:notesMasterIdLst>
  <p:sldIdLst>
    <p:sldId xmlns:r="http://schemas.openxmlformats.org/officeDocument/2006/relationships" id="256" r:id="R6471712a3a1140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b24de7bbfa4671" /><Relationship Type="http://schemas.openxmlformats.org/officeDocument/2006/relationships/slideMaster" Target="/ppt/slideMasters/slideMaster1.xml" Id="Rc3012b152d494dc5" /><Relationship Type="http://schemas.openxmlformats.org/officeDocument/2006/relationships/notesMaster" Target="/ppt/notesMasters/notesMaster1.xml" Id="R02833beae2444b48" /><Relationship Type="http://schemas.openxmlformats.org/officeDocument/2006/relationships/presProps" Target="/ppt/presProps.xml" Id="R2735ec04ba9c4459" /><Relationship Type="http://schemas.openxmlformats.org/officeDocument/2006/relationships/tableStyles" Target="/ppt/tableStyles.xml" Id="R10880451e0f44a1d" /><Relationship Type="http://schemas.openxmlformats.org/officeDocument/2006/relationships/slide" Target="/ppt/slides/slide1.xml" Id="R6471712a3a1140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2abb912ea8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bffe7c4749466b" /><Relationship Type="http://schemas.openxmlformats.org/officeDocument/2006/relationships/notesMaster" Target="/ppt/notesMasters/notesMaster1.xml" Id="R855fe0124cb941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cbb1fc3664d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d5884647f4a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2fec0e4c842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9ee00114040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eb40746ca40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52eaf41b444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844AEE-B138-4EE9-BB2C-BEE2A132A4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72B45B7-2C22-4E6E-A2BD-A5C29C1CA1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EB4142-DE18-4E09-A349-B1331E387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F59C82-FCE7-4369-B234-5741959F87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D5FF9A-CBC0-43C5-BAB8-2919E82F99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4A73A3-F4F1-4A55-8ABD-3934C6E648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72F8A2-7F42-4D41-990D-BAD77973F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3F7E919-96E2-4FFD-8146-1E56EDD5BC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9E5C5E-A6B0-4304-A3AD-7C868657C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9EE27E-71D4-4A5D-A853-C700E7019C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e119118ccc4e35" /><Relationship Type="http://schemas.openxmlformats.org/officeDocument/2006/relationships/slideLayout" Target="/ppt/slideLayouts/slideLayout1.xml" Id="Re98ce709040248a8" /><Relationship Type="http://schemas.openxmlformats.org/officeDocument/2006/relationships/slideLayout" Target="/ppt/slideLayouts/slideLayout2.xml" Id="Rc0e8b3408eca4890" /><Relationship Type="http://schemas.openxmlformats.org/officeDocument/2006/relationships/slideLayout" Target="/ppt/slideLayouts/slideLayout3.xml" Id="Recfd30f4557848fb" /><Relationship Type="http://schemas.openxmlformats.org/officeDocument/2006/relationships/slideLayout" Target="/ppt/slideLayouts/slideLayout4.xml" Id="Ra2c808c0f57c481a" /><Relationship Type="http://schemas.openxmlformats.org/officeDocument/2006/relationships/slideLayout" Target="/ppt/slideLayouts/slideLayout5.xml" Id="R264da4a303294876" /><Relationship Type="http://schemas.openxmlformats.org/officeDocument/2006/relationships/slideLayout" Target="/ppt/slideLayouts/slideLayout6.xml" Id="R3e04c4c394fb4d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8ce709040248a8"/>
    <p:sldLayoutId xmlns:r="http://schemas.openxmlformats.org/officeDocument/2006/relationships" id="2147483650" r:id="Rc0e8b3408eca4890"/>
    <p:sldLayoutId xmlns:r="http://schemas.openxmlformats.org/officeDocument/2006/relationships" id="2147483651" r:id="Recfd30f4557848fb"/>
    <p:sldLayoutId xmlns:r="http://schemas.openxmlformats.org/officeDocument/2006/relationships" id="2147483652" r:id="Ra2c808c0f57c481a"/>
    <p:sldLayoutId xmlns:r="http://schemas.openxmlformats.org/officeDocument/2006/relationships" id="2147483653" r:id="R264da4a303294876"/>
    <p:sldLayoutId xmlns:r="http://schemas.openxmlformats.org/officeDocument/2006/relationships" id="2147483654" r:id="R3e04c4c394fb4d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b1b840d5b48ec" /><Relationship Type="http://schemas.openxmlformats.org/officeDocument/2006/relationships/chart" Target="/ppt/slides/charts/chart1.xml" Id="R7981ba98c9364574" /><Relationship Type="http://schemas.openxmlformats.org/officeDocument/2006/relationships/notesSlide" Target="/ppt/notesSlides/notesSlide1.xml" Id="R4130dca884f1447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pie</a:t>
            </a:r>
          </a:p>
        </c:rich>
      </c:tx>
      <c:overlay val="0"/>
    </c:title>
    <c:plotArea>
      <c:pieChart>
        <c:ser>
          <c:idx val="0"/>
          <c:order val="0"/>
          <c:tx>
            <c:v>Values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General</c:formatCode>
              <c:ptCount val="3"/>
              <c:pt idx="0">
                <c:v>10</c:v>
              </c:pt>
              <c:pt idx="1">
                <c:v>20</c:v>
              </c:pt>
              <c:pt idx="2">
                <c:v>5</c:v>
              </c:pt>
            </c:numLit>
          </c:val>
        </c:ser>
      </c:pieChart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D6AEFB23-BB7A-4D4D-A109-60E03CDB5B54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9525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81ba98c9364574"/>
          </a:graphicData>
        </a:graphic>
      </p:graphicFrame>
    </p:spTree>
    <p:extLst>
      <p:ext uri="{BB962C8B-B14F-4D97-AF65-F5344CB8AC3E}">
        <p14:creationId xmlns:p14="http://schemas.microsoft.com/office/powerpoint/2010/main" val="577703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2026-10-10T21:51:15.8910000Z</dcterms:created>
  <dcterms:modified xsi:type="dcterms:W3CDTF">2026-10-10T21:51:15.8910000Z</dcterms:modified>
</coreProperties>
</file>