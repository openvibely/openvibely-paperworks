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extendedCharts/chart.xml" ContentType="application/vnd.ms-office.chartex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d371d241c14e74" /><Relationship Type="http://schemas.openxmlformats.org/officeDocument/2006/relationships/extended-properties" Target="/docProps/app.xml" Id="R326c7dad08d0423b" /><Relationship Type="http://schemas.openxmlformats.org/officeDocument/2006/relationships/officeDocument" Target="/ppt/presentation.xml" Id="Rcab3f733bec84d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dac0ddd3e6426f"/>
  </p:sldMasterIdLst>
  <p:notesMasterIdLst>
    <p:notesMasterId xmlns:r="http://schemas.openxmlformats.org/officeDocument/2006/relationships" r:id="Rb7bd216a1249499a"/>
  </p:notesMasterIdLst>
  <p:sldIdLst>
    <p:sldId xmlns:r="http://schemas.openxmlformats.org/officeDocument/2006/relationships" id="256" r:id="Rf8a47f03c51a4e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c53df8daa9458a" /><Relationship Type="http://schemas.openxmlformats.org/officeDocument/2006/relationships/slideMaster" Target="/ppt/slideMasters/slideMaster1.xml" Id="R48dac0ddd3e6426f" /><Relationship Type="http://schemas.openxmlformats.org/officeDocument/2006/relationships/notesMaster" Target="/ppt/notesMasters/notesMaster1.xml" Id="Rb7bd216a1249499a" /><Relationship Type="http://schemas.openxmlformats.org/officeDocument/2006/relationships/presProps" Target="/ppt/presProps.xml" Id="R4c8cdfde50e148c5" /><Relationship Type="http://schemas.openxmlformats.org/officeDocument/2006/relationships/tableStyles" Target="/ppt/tableStyles.xml" Id="R1b72be8301034dd0" /><Relationship Type="http://schemas.openxmlformats.org/officeDocument/2006/relationships/slide" Target="/ppt/slides/slide1.xml" Id="Rf8a47f03c51a4e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a4cb318ed444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b157022de44405" /><Relationship Type="http://schemas.openxmlformats.org/officeDocument/2006/relationships/notesMaster" Target="/ppt/notesMasters/notesMaster1.xml" Id="R686dae8ad5474c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3acc7c524346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a8b480d58f4f9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ee65b5debf43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a12ed398df49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e994e200024e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298550bfd146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E3FF1D-659A-4A7A-957B-EEAE62C1D1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71156DB-0582-4276-8912-F755E5D96A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D062764-36DE-4428-B7F7-BB052F436B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806B6D-E50A-4BD1-8491-FC4DAA476D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DB124F1-7833-4C94-BF15-EB11277BB6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E24C77-C6F6-4DA0-9FBB-E502A3AD6E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6F79C5-927E-4AC7-855F-0864070B8F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34A97CB-7C81-42F3-A14E-EEED8B12C1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E06546-917B-4851-9694-77CD6734B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D82535-208B-4D7E-AE55-AF8259DBDF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ae3733a2ee4a16" /><Relationship Type="http://schemas.openxmlformats.org/officeDocument/2006/relationships/slideLayout" Target="/ppt/slideLayouts/slideLayout1.xml" Id="Raa145363423f4a25" /><Relationship Type="http://schemas.openxmlformats.org/officeDocument/2006/relationships/slideLayout" Target="/ppt/slideLayouts/slideLayout2.xml" Id="R6eb0a871eac5403e" /><Relationship Type="http://schemas.openxmlformats.org/officeDocument/2006/relationships/slideLayout" Target="/ppt/slideLayouts/slideLayout3.xml" Id="R054db2f717174bbc" /><Relationship Type="http://schemas.openxmlformats.org/officeDocument/2006/relationships/slideLayout" Target="/ppt/slideLayouts/slideLayout4.xml" Id="R1aaebe42533040e5" /><Relationship Type="http://schemas.openxmlformats.org/officeDocument/2006/relationships/slideLayout" Target="/ppt/slideLayouts/slideLayout5.xml" Id="Rf34b638bbbf84282" /><Relationship Type="http://schemas.openxmlformats.org/officeDocument/2006/relationships/slideLayout" Target="/ppt/slideLayouts/slideLayout6.xml" Id="R0ea4fb4c108a44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145363423f4a25"/>
    <p:sldLayoutId xmlns:r="http://schemas.openxmlformats.org/officeDocument/2006/relationships" id="2147483650" r:id="R6eb0a871eac5403e"/>
    <p:sldLayoutId xmlns:r="http://schemas.openxmlformats.org/officeDocument/2006/relationships" id="2147483651" r:id="R054db2f717174bbc"/>
    <p:sldLayoutId xmlns:r="http://schemas.openxmlformats.org/officeDocument/2006/relationships" id="2147483652" r:id="R1aaebe42533040e5"/>
    <p:sldLayoutId xmlns:r="http://schemas.openxmlformats.org/officeDocument/2006/relationships" id="2147483653" r:id="Rf34b638bbbf84282"/>
    <p:sldLayoutId xmlns:r="http://schemas.openxmlformats.org/officeDocument/2006/relationships" id="2147483654" r:id="R0ea4fb4c108a44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ec3830eefc4f50" /><Relationship Type="http://schemas.microsoft.com/office/2014/relationships/chartEx" Target="/ppt/slides/extendedCharts/chart.xml" Id="R6053049aa4db4148" /><Relationship Type="http://schemas.openxmlformats.org/officeDocument/2006/relationships/notesSlide" Target="/ppt/notesSlides/notesSlide1.xml" Id="R26fe8cacffb144a2" /></Relationships>
</file>

<file path=ppt/slides/extendedCharts/chart.xml><?xml version="1.0" encoding="utf-8"?>
<cx:chartSpace xmlns:cx="http://schemas.microsoft.com/office/drawing/2014/chartex">
  <cx:chartData>
    <cx:data id="0">
      <cx:numDim type="val">
        <cx:lvl ptCount="3">
          <cx:pt idx="0">10</cx:pt>
          <cx:pt idx="1">20</cx:pt>
          <cx:pt idx="2">5</cx:pt>
        </cx:lvl>
      </cx:numDim>
    </cx:data>
  </cx:chartData>
  <cx:chart>
    <cx:plotArea>
      <cx:plotAreaRegion>
        <cx:series layoutId="clusteredColumn">
          <cx:tx>
            <cx:txData>
              <cx:v>Values</cx:v>
            </cx:txData>
          </cx:tx>
          <cx:dataId val="0"/>
          <cx:layoutPr>
            <cx:binning/>
          </cx:layoutPr>
        </cx:series>
      </cx:plotAreaRegion>
      <cx:axis id="0">
        <cx:catScaling gapWidth="0"/>
        <cx:title>
          <cx:tx>
            <cx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Observations</a:t>
                </a:r>
              </a:p>
            </cx:rich>
          </cx:tx>
        </cx:title>
        <cx:tickLabels/>
      </cx:axis>
      <cx:axis id="1">
        <cx:valScaling max="10" min="0" majorUnit="2"/>
        <cx:title>
          <cx:tx>
            <cx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Frequency</a:t>
                </a:r>
              </a:p>
            </cx:rich>
          </cx:tx>
        </cx:title>
        <cx:majorGridlines>
          <cx:spPr>
            <a:ln xmlns:a="http://schemas.openxmlformats.org/drawingml/2006/main" w="9525">
              <a:solidFill>
                <a:srgbClr val="C00000"/>
              </a:solidFill>
            </a:ln>
          </cx:spPr>
        </cx:majorGridlines>
        <cx:tickLabels/>
        <cx:numFmt formatCode="0.0"/>
      </cx:axis>
    </cx:plotArea>
    <cx:legend pos="b" overlay="0"/>
  </cx:chart>
</cx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668DBA77-EF74-441C-90BD-0DB7DF938B77}"/>
              </a:ext>
            </a:extLst>
          </p:cNvPr>
          <p:cNvGraphicFramePr/>
          <p:nvPr/>
        </p:nvGraphicFramePr>
        <p:xfrm>
          <a:off xmlns:a="http://schemas.openxmlformats.org/drawingml/2006/main" x="952500" y="952500"/>
          <a:ext xmlns:a="http://schemas.openxmlformats.org/drawingml/2006/main" cx="7620000" cy="4286250"/>
        </p:xfrm>
        <a:graphic xmlns:a="http://schemas.openxmlformats.org/drawingml/2006/main">
          <a:graphicData uri="http://schemas.microsoft.com/office/drawing/2014/chartex">
            <cx:chart xmlns:r="http://schemas.openxmlformats.org/officeDocument/2006/relationships" xmlns:cx="http://schemas.microsoft.com/office/drawing/2014/chartex" r:id="R6053049aa4db4148"/>
          </a:graphicData>
        </a:graphic>
      </p:graphicFrame>
    </p:spTree>
    <p:extLst>
      <p:ext uri="{BB962C8B-B14F-4D97-AF65-F5344CB8AC3E}">
        <p14:creationId xmlns:p14="http://schemas.microsoft.com/office/powerpoint/2010/main" val="282750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2026-10-10T21:31:32.8500000Z</dcterms:created>
  <dcterms:modified xsi:type="dcterms:W3CDTF">2026-10-10T21:31:32.8500000Z</dcterms:modified>
</coreProperties>
</file>