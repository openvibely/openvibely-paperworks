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comments/modernComment.xml" ContentType="application/vnd.ms-powerpoint.comment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e459f78433416f" /><Relationship Type="http://schemas.openxmlformats.org/officeDocument/2006/relationships/extended-properties" Target="/docProps/app.xml" Id="R54729cf623664970" /><Relationship Type="http://schemas.openxmlformats.org/officeDocument/2006/relationships/officeDocument" Target="/ppt/presentation.xml" Id="R4b54948effc94e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d00f87fda04587"/>
  </p:sldMasterIdLst>
  <p:notesMasterIdLst>
    <p:notesMasterId xmlns:r="http://schemas.openxmlformats.org/officeDocument/2006/relationships" r:id="Ra5027a4f5bd14e22"/>
  </p:notesMasterIdLst>
  <p:sldIdLst>
    <p:sldId xmlns:r="http://schemas.openxmlformats.org/officeDocument/2006/relationships" id="256" r:id="Rdf8b1e04d46147be"/>
  </p:sldIdLst>
  <p:sldSz cx="12192000" cy="6858000"/>
  <p:notesSz cx="6858000" cy="9144000"/>
</p:presentation>
</file>

<file path=ppt/authors.xml><?xml version="1.0" encoding="utf-8"?>
<p188:authorLst xmlns:p188="http://schemas.microsoft.com/office/powerpoint/2018/8/main">
  <p188:author id="{D325B7D5-B83C-4EBC-AE49-1CF9E2EE9329}" name="Reviewer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d0d2c102b143dc" /><Relationship Type="http://schemas.openxmlformats.org/officeDocument/2006/relationships/slideMaster" Target="/ppt/slideMasters/slideMaster1.xml" Id="Rd1d00f87fda04587" /><Relationship Type="http://schemas.openxmlformats.org/officeDocument/2006/relationships/notesMaster" Target="/ppt/notesMasters/notesMaster1.xml" Id="Ra5027a4f5bd14e22" /><Relationship Type="http://schemas.openxmlformats.org/officeDocument/2006/relationships/presProps" Target="/ppt/presProps.xml" Id="Rd48dd3f45c9443e8" /><Relationship Type="http://schemas.openxmlformats.org/officeDocument/2006/relationships/tableStyles" Target="/ppt/tableStyles.xml" Id="Reded57edb564449c" /><Relationship Type="http://schemas.microsoft.com/office/2018/10/relationships/authors" Target="/ppt/authors.xml" Id="R4c8b320dfdaf4922" /><Relationship Type="http://schemas.openxmlformats.org/officeDocument/2006/relationships/slide" Target="/ppt/slides/slide1.xml" Id="Rdf8b1e04d46147be" /></Relationships>
</file>

<file path=ppt/comments/modernComment.xml><?xml version="1.0" encoding="utf-8"?>
<p188:cmLst xmlns:p188="http://schemas.microsoft.com/office/powerpoint/2018/8/main">
  <p188:cm id="{33EFA982-7D75-4EC0-8B63-0CB048C498C3}" authorId="{D325B7D5-B83C-4EBC-AE49-1CF9E2EE9329}" status="active" created="2026-10-10T00:52:25.499-04:00">
    <oac:txMkLst xmlns:oac="http://schemas.microsoft.com/office/drawing/2013/main/command">
      <pc:docMk xmlns:pc="http://schemas.microsoft.com/office/powerpoint/2013/main/command"/>
      <pc:sldMk xmlns:pc="http://schemas.microsoft.com/office/powerpoint/2013/main/command" cId="1661146033" sldId="256"/>
      <oac:spMk id="2" creationId="{3A4BB674-FC05-4516-8A2A-523B4484D4BE}"/>
      <oac:txMk xmlns:oac="http://schemas.microsoft.com/office/drawing/2013/main/command" cp="19" len="6"/>
    </oac:txMkLst>
    <p188:pos x="476250" y="476250"/>
    <p188:txBody>
      <a:bodyPr xmlns:a="http://schemas.openxmlformats.org/drawingml/2006/main"/>
      <a:lstStyle xmlns:a="http://schemas.openxmlformats.org/drawingml/2006/main"/>
      <a:p xmlns:a="http://schemas.openxmlformats.org/drawingml/2006/main">
        <a:r>
          <a:t>Second</a:t>
        </a:r>
      </a:p>
    </p188:txBody>
  </p188:cm>
  <p188:cm id="{86855170-E81F-4658-AEB3-2DE91A2D75D9}" authorId="{D325B7D5-B83C-4EBC-AE49-1CF9E2EE9329}" status="active" created="2026-10-10T00:52:25.499-04:00">
    <oac:txMkLst xmlns:oac="http://schemas.microsoft.com/office/drawing/2013/main/command">
      <pc:docMk xmlns:pc="http://schemas.microsoft.com/office/powerpoint/2013/main/command"/>
      <pc:sldMk xmlns:pc="http://schemas.microsoft.com/office/powerpoint/2013/main/command" cId="1661146033" sldId="256"/>
      <oac:spMk id="2" creationId="{3A4BB674-FC05-4516-8A2A-523B4484D4BE}"/>
      <oac:txMk xmlns:oac="http://schemas.microsoft.com/office/drawing/2013/main/command" cp="9" len="16"/>
    </oac:txMkLst>
    <p188:pos x="476250" y="476250"/>
    <p188:txBody>
      <a:bodyPr xmlns:a="http://schemas.openxmlformats.org/drawingml/2006/main"/>
      <a:lstStyle xmlns:a="http://schemas.openxmlformats.org/drawingml/2006/main"/>
      <a:p xmlns:a="http://schemas.openxmlformats.org/drawingml/2006/main">
        <a:r>
          <a:t>paragraph
Second</a:t>
        </a:r>
      </a:p>
    </p188:txBody>
  </p188:cm>
</p188:cmLst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50d16c493d4f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21a154a9f24d91" /><Relationship Type="http://schemas.openxmlformats.org/officeDocument/2006/relationships/notesMaster" Target="/ppt/notesMasters/notesMaster1.xml" Id="R89c063caaad244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6fcc8c4416474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d3e12ea4ca4fa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9d92e7e4d94ce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3f1a7e31974a7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947112175a4ea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811ba772e745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B4FDA50-0D30-48B0-A1D2-EA534B2088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64E33F1-C6E6-4DD8-A3D8-F38F4DAD276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6203F2F-0431-45F5-9810-9263EE6A6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7DFDBB5-9BA1-4368-AED2-18BC3BEE04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D8CF37C-DE3A-4E34-B9B5-BC12CA949A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421F169-264B-48B9-A14F-123ABECA85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21E964C-7A73-4A7F-B2DC-EE002BB63D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04DAA9D-BDD2-4860-9CB2-1CF2A16874D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E7B29DE-F4FA-4531-81D0-E21E2177EB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BA9DF44-4A1F-47D2-81E0-482E2DC096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e06c9959594fe4" /><Relationship Type="http://schemas.openxmlformats.org/officeDocument/2006/relationships/slideLayout" Target="/ppt/slideLayouts/slideLayout1.xml" Id="R3c494ec6358b4eb3" /><Relationship Type="http://schemas.openxmlformats.org/officeDocument/2006/relationships/slideLayout" Target="/ppt/slideLayouts/slideLayout2.xml" Id="R11193331cb774d37" /><Relationship Type="http://schemas.openxmlformats.org/officeDocument/2006/relationships/slideLayout" Target="/ppt/slideLayouts/slideLayout3.xml" Id="R9856334e26544a67" /><Relationship Type="http://schemas.openxmlformats.org/officeDocument/2006/relationships/slideLayout" Target="/ppt/slideLayouts/slideLayout4.xml" Id="R18cdb61dbbce43f9" /><Relationship Type="http://schemas.openxmlformats.org/officeDocument/2006/relationships/slideLayout" Target="/ppt/slideLayouts/slideLayout5.xml" Id="Ree18481028f54721" /><Relationship Type="http://schemas.openxmlformats.org/officeDocument/2006/relationships/slideLayout" Target="/ppt/slideLayouts/slideLayout6.xml" Id="R7ddd6b0129a34d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494ec6358b4eb3"/>
    <p:sldLayoutId xmlns:r="http://schemas.openxmlformats.org/officeDocument/2006/relationships" id="2147483650" r:id="R11193331cb774d37"/>
    <p:sldLayoutId xmlns:r="http://schemas.openxmlformats.org/officeDocument/2006/relationships" id="2147483651" r:id="R9856334e26544a67"/>
    <p:sldLayoutId xmlns:r="http://schemas.openxmlformats.org/officeDocument/2006/relationships" id="2147483652" r:id="R18cdb61dbbce43f9"/>
    <p:sldLayoutId xmlns:r="http://schemas.openxmlformats.org/officeDocument/2006/relationships" id="2147483653" r:id="Ree18481028f54721"/>
    <p:sldLayoutId xmlns:r="http://schemas.openxmlformats.org/officeDocument/2006/relationships" id="2147483654" r:id="R7ddd6b0129a34d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602c0a1f0341a1" /><Relationship Type="http://schemas.openxmlformats.org/officeDocument/2006/relationships/notesSlide" Target="/ppt/notesSlides/notesSlide1.xml" Id="R9e6051b756b14fab" /><Relationship Type="http://schemas.microsoft.com/office/2018/10/relationships/comments" Target="/ppt/comments/modernComment.xml" Id="R56f60550ce8245f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4BB674-FC05-4516-8A2A-523B4484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6250"/>
            <a:ext cx="6667500" cy="2857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🤖 paragraph</a:t>
            </a:r>
          </a:p>
          <a:p xmlns:a="http://schemas.openxmlformats.org/drawingml/2006/main">
            <a:r>
              <a:t>Second paragraph</a:t>
            </a:r>
          </a:p>
        </p:txBody>
      </p:sp>
    </p:spTree>
    <p:extLst>
      <p:ext uri="{BB962C8B-B14F-4D97-AF65-F5344CB8AC3E}">
        <p14:creationId xmlns:p14="http://schemas.microsoft.com/office/powerpoint/2010/main" val="1661146033"/>
      </p:ext>
    </p:extLst>
  </p:cSld>
  <p:extLst>
    <p:ext uri="{6950BFC3-D8DA-4A85-94F7-54DA5524770B}">
      <p188:commentRel xmlns:r="http://schemas.openxmlformats.org/officeDocument/2006/relationships" xmlns:p188="http://schemas.microsoft.com/office/powerpoint/2018/8/main" r:id="R56f60550ce8245fc"/>
    </p:ext>
  </p:extLs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2026-10-10T04:52:25.5030000Z</dcterms:created>
  <dcterms:modified xsi:type="dcterms:W3CDTF">2026-10-10T04:52:25.5030000Z</dcterms:modified>
</coreProperties>
</file>