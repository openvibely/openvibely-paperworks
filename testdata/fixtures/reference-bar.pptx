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47a6cccb8c44a2" /><Relationship Type="http://schemas.openxmlformats.org/officeDocument/2006/relationships/extended-properties" Target="/docProps/app.xml" Id="R2fc71e09265846d6" /><Relationship Type="http://schemas.openxmlformats.org/officeDocument/2006/relationships/officeDocument" Target="/ppt/presentation.xml" Id="Rd38315ad561040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2f04e4b5ae40dc"/>
  </p:sldMasterIdLst>
  <p:notesMasterIdLst>
    <p:notesMasterId xmlns:r="http://schemas.openxmlformats.org/officeDocument/2006/relationships" r:id="R1b664c415b244adb"/>
  </p:notesMasterIdLst>
  <p:sldIdLst>
    <p:sldId xmlns:r="http://schemas.openxmlformats.org/officeDocument/2006/relationships" id="256" r:id="Rccf1cfea5be6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e01e06bd849dc" /><Relationship Type="http://schemas.openxmlformats.org/officeDocument/2006/relationships/slideMaster" Target="/ppt/slideMasters/slideMaster1.xml" Id="Ra22f04e4b5ae40dc" /><Relationship Type="http://schemas.openxmlformats.org/officeDocument/2006/relationships/notesMaster" Target="/ppt/notesMasters/notesMaster1.xml" Id="R1b664c415b244adb" /><Relationship Type="http://schemas.openxmlformats.org/officeDocument/2006/relationships/presProps" Target="/ppt/presProps.xml" Id="R2403531ceae7463e" /><Relationship Type="http://schemas.openxmlformats.org/officeDocument/2006/relationships/tableStyles" Target="/ppt/tableStyles.xml" Id="R514e447db2184a7f" /><Relationship Type="http://schemas.openxmlformats.org/officeDocument/2006/relationships/slide" Target="/ppt/slides/slide1.xml" Id="Rccf1cfea5be6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6b1e3091c4e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c7a5d5542f47dd" /><Relationship Type="http://schemas.openxmlformats.org/officeDocument/2006/relationships/notesMaster" Target="/ppt/notesMasters/notesMaster1.xml" Id="Rad2539f51f6146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cac42520749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7124933534e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e067e16e045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0f3ee2d8649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5a306d7b948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80ab93c334c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D7FF2B-0660-4815-85B1-09903C691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ACC650-3AE9-4AD1-8E94-20C2641B54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655C99-B4EB-404E-BBD0-15B59119D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628880-335D-4491-8CDD-4726AA894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2E3E58-B7C5-4AC2-A2EB-C1A2EFEAB9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DC661B-A5DF-47C7-9ED4-EAC4F6FCF9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EB1051-DA89-49E3-989E-037AA98D0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F1218A-6C4E-4F6A-84C8-B24234BCA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B8275C-D732-41D9-BEF5-7AA087293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A76DB6-956B-4B86-981B-214617E0E9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6cd619b9b4016" /><Relationship Type="http://schemas.openxmlformats.org/officeDocument/2006/relationships/slideLayout" Target="/ppt/slideLayouts/slideLayout1.xml" Id="R28192eaddfc64c46" /><Relationship Type="http://schemas.openxmlformats.org/officeDocument/2006/relationships/slideLayout" Target="/ppt/slideLayouts/slideLayout2.xml" Id="R2a4d8814c8b84062" /><Relationship Type="http://schemas.openxmlformats.org/officeDocument/2006/relationships/slideLayout" Target="/ppt/slideLayouts/slideLayout3.xml" Id="Rcfc86e268cf34aaa" /><Relationship Type="http://schemas.openxmlformats.org/officeDocument/2006/relationships/slideLayout" Target="/ppt/slideLayouts/slideLayout4.xml" Id="Rf7b9ce3dd0f746e8" /><Relationship Type="http://schemas.openxmlformats.org/officeDocument/2006/relationships/slideLayout" Target="/ppt/slideLayouts/slideLayout5.xml" Id="R24f88f8a802a4b98" /><Relationship Type="http://schemas.openxmlformats.org/officeDocument/2006/relationships/slideLayout" Target="/ppt/slideLayouts/slideLayout6.xml" Id="R2250664d40ef4d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192eaddfc64c46"/>
    <p:sldLayoutId xmlns:r="http://schemas.openxmlformats.org/officeDocument/2006/relationships" id="2147483650" r:id="R2a4d8814c8b84062"/>
    <p:sldLayoutId xmlns:r="http://schemas.openxmlformats.org/officeDocument/2006/relationships" id="2147483651" r:id="Rcfc86e268cf34aaa"/>
    <p:sldLayoutId xmlns:r="http://schemas.openxmlformats.org/officeDocument/2006/relationships" id="2147483652" r:id="Rf7b9ce3dd0f746e8"/>
    <p:sldLayoutId xmlns:r="http://schemas.openxmlformats.org/officeDocument/2006/relationships" id="2147483653" r:id="R24f88f8a802a4b98"/>
    <p:sldLayoutId xmlns:r="http://schemas.openxmlformats.org/officeDocument/2006/relationships" id="2147483654" r:id="R2250664d40ef4d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a312d1527494e" /><Relationship Type="http://schemas.openxmlformats.org/officeDocument/2006/relationships/chart" Target="/ppt/slides/charts/chart1.xml" Id="R8f3ff7794125436c" /><Relationship Type="http://schemas.openxmlformats.org/officeDocument/2006/relationships/notesSlide" Target="/ppt/notesSlides/notesSlide1.xml" Id="R6e7bfea3a5d443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Values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20</c:v>
              </c:pt>
              <c:pt idx="2">
                <c:v>5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8D48783-2F5E-4220-BC08-9E02DC805769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3ff7794125436c"/>
          </a:graphicData>
        </a:graphic>
      </p:graphicFrame>
    </p:spTree>
    <p:extLst>
      <p:ext uri="{BB962C8B-B14F-4D97-AF65-F5344CB8AC3E}">
        <p14:creationId xmlns:p14="http://schemas.microsoft.com/office/powerpoint/2010/main" val="1532033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2026-10-10T04:31:50.0740000Z</dcterms:created>
  <dcterms:modified xsi:type="dcterms:W3CDTF">2026-10-10T04:31:50.0740000Z</dcterms:modified>
</coreProperties>
</file>