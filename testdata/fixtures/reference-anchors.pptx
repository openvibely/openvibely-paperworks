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omments/modernComment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cddac28a8434d" /><Relationship Type="http://schemas.openxmlformats.org/officeDocument/2006/relationships/extended-properties" Target="/docProps/app.xml" Id="R0a2cf599dfca4741" /><Relationship Type="http://schemas.openxmlformats.org/officeDocument/2006/relationships/officeDocument" Target="/ppt/presentation.xml" Id="R80be98bc128d42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b94a1ae7d74f83"/>
  </p:sldMasterIdLst>
  <p:notesMasterIdLst>
    <p:notesMasterId xmlns:r="http://schemas.openxmlformats.org/officeDocument/2006/relationships" r:id="Rd63c9029b2494ca5"/>
  </p:notesMasterIdLst>
  <p:sldIdLst>
    <p:sldId xmlns:r="http://schemas.openxmlformats.org/officeDocument/2006/relationships" id="256" r:id="R559d490dbfce447c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CD87E23F-2D0B-4EF6-ABEE-8C6AC4BA0B14}" name="Reviewer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87fb6fb51b47bd" /><Relationship Type="http://schemas.openxmlformats.org/officeDocument/2006/relationships/slideMaster" Target="/ppt/slideMasters/slideMaster1.xml" Id="R87b94a1ae7d74f83" /><Relationship Type="http://schemas.openxmlformats.org/officeDocument/2006/relationships/notesMaster" Target="/ppt/notesMasters/notesMaster1.xml" Id="Rd63c9029b2494ca5" /><Relationship Type="http://schemas.openxmlformats.org/officeDocument/2006/relationships/presProps" Target="/ppt/presProps.xml" Id="R7665b69d7dad4aaf" /><Relationship Type="http://schemas.openxmlformats.org/officeDocument/2006/relationships/tableStyles" Target="/ppt/tableStyles.xml" Id="Ra18756add1b1456c" /><Relationship Type="http://schemas.microsoft.com/office/2018/10/relationships/authors" Target="/ppt/authors.xml" Id="Redf2564aff614f14" /><Relationship Type="http://schemas.openxmlformats.org/officeDocument/2006/relationships/slide" Target="/ppt/slides/slide1.xml" Id="R559d490dbfce447c" /></Relationships>
</file>

<file path=ppt/comments/modernComment.xml><?xml version="1.0" encoding="utf-8"?>
<p188:cmLst xmlns:p188="http://schemas.microsoft.com/office/powerpoint/2018/8/main">
  <p188:cm id="{DDB42763-E2A2-4427-B201-48CEA39E4E51}" authorId="{CD87E23F-2D0B-4EF6-ABEE-8C6AC4BA0B14}" status="active" created="2026-10-10T00:37:40.653-04:00">
    <oac:deMkLst xmlns:oac="http://schemas.microsoft.com/office/drawing/2013/main/command">
      <pc:docMk xmlns:pc="http://schemas.microsoft.com/office/powerpoint/2013/main/command"/>
      <pc:sldMk xmlns:pc="http://schemas.microsoft.com/office/powerpoint/2013/main/command" cId="1894913651" sldId="256"/>
      <oac:spMk id="2" creationId="{9637C688-62FB-4D0D-8BF9-7C140411B9AF}"/>
    </oac:deMkLst>
    <p188:pos x="762000" y="76200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Element</a:t>
        </a:r>
      </a:p>
    </p188:txBody>
  </p188:cm>
  <p188:cm id="{72422B8A-CF85-4B65-A095-38809E6938CA}" authorId="{CD87E23F-2D0B-4EF6-ABEE-8C6AC4BA0B14}" status="active" created="2026-10-10T00:37:40.653-04:00">
    <oac:txMkLst xmlns:oac="http://schemas.microsoft.com/office/drawing/2013/main/command">
      <pc:docMk xmlns:pc="http://schemas.microsoft.com/office/powerpoint/2013/main/command"/>
      <pc:sldMk xmlns:pc="http://schemas.microsoft.com/office/powerpoint/2013/main/command" cId="1894913651" sldId="256"/>
      <oac:spMk id="2" creationId="{9637C688-62FB-4D0D-8BF9-7C140411B9AF}"/>
      <oac:txMk xmlns:oac="http://schemas.microsoft.com/office/drawing/2013/main/command" cp="8" len="4"/>
    </oac:txMkLst>
    <p188:pos x="762000" y="762000"/>
    <p188:replyLst>
      <p188:reply id="{BF06819B-A95A-4359-8CE1-A152D26292DF}" authorId="{CD87E23F-2D0B-4EF6-ABEE-8C6AC4BA0B14}" status="active" created="2026-10-10T00:37:40.653-04:00">
        <p188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Reply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6-10-10T00:37:40.653-04:00" authorId="{CD87E23F-2D0B-4EF6-ABEE-8C6AC4BA0B14}"/>
              </p223:rxn>
            </p223:reactions>
          </p:ext>
        </p188:extLst>
      </p188:reply>
    </p188:replyLst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Text</a:t>
        </a:r>
      </a:p>
    </p188:txBody>
  </p188:cm>
</p188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cc0d604e2c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d07f5d4bae4468" /><Relationship Type="http://schemas.openxmlformats.org/officeDocument/2006/relationships/notesMaster" Target="/ppt/notesMasters/notesMaster1.xml" Id="Rf354cf1ad08741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4c0899f4b42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bc5e724e74f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3faa503d147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25c81f30241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8e8cc370a4e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33cef6a7a40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2F8DB9-1A0E-49BB-8090-D21C8247B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481DFB-57B0-489D-B4F2-DE87FF0107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2ED484-2149-4447-9362-9BD1C34DE4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C236ED-041B-49AB-B1B6-46FDB1ECA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DD0738-BCBD-43BB-8B33-8F4B61D3A5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1D1C0A-95AB-45ED-9837-4C047626FD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21EE7B-A64E-4F6E-9ED8-7617C393D4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67D286-F07A-409E-8B18-403022D675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3BE48B-9D3A-4CA7-AC64-FD6367A62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ABB1B1-5521-4E2E-A66D-799DD84F6E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90d43217c43ae" /><Relationship Type="http://schemas.openxmlformats.org/officeDocument/2006/relationships/slideLayout" Target="/ppt/slideLayouts/slideLayout1.xml" Id="Re4a30cdc961b4b2c" /><Relationship Type="http://schemas.openxmlformats.org/officeDocument/2006/relationships/slideLayout" Target="/ppt/slideLayouts/slideLayout2.xml" Id="Rac63a689fdcf4c09" /><Relationship Type="http://schemas.openxmlformats.org/officeDocument/2006/relationships/slideLayout" Target="/ppt/slideLayouts/slideLayout3.xml" Id="Rca7e2d1a0c9c41a7" /><Relationship Type="http://schemas.openxmlformats.org/officeDocument/2006/relationships/slideLayout" Target="/ppt/slideLayouts/slideLayout4.xml" Id="Ra58a190c7ace49d7" /><Relationship Type="http://schemas.openxmlformats.org/officeDocument/2006/relationships/slideLayout" Target="/ppt/slideLayouts/slideLayout5.xml" Id="Rbef4d5f5aa934bee" /><Relationship Type="http://schemas.openxmlformats.org/officeDocument/2006/relationships/slideLayout" Target="/ppt/slideLayouts/slideLayout6.xml" Id="R9f35f1d589df41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30cdc961b4b2c"/>
    <p:sldLayoutId xmlns:r="http://schemas.openxmlformats.org/officeDocument/2006/relationships" id="2147483650" r:id="Rac63a689fdcf4c09"/>
    <p:sldLayoutId xmlns:r="http://schemas.openxmlformats.org/officeDocument/2006/relationships" id="2147483651" r:id="Rca7e2d1a0c9c41a7"/>
    <p:sldLayoutId xmlns:r="http://schemas.openxmlformats.org/officeDocument/2006/relationships" id="2147483652" r:id="Ra58a190c7ace49d7"/>
    <p:sldLayoutId xmlns:r="http://schemas.openxmlformats.org/officeDocument/2006/relationships" id="2147483653" r:id="Rbef4d5f5aa934bee"/>
    <p:sldLayoutId xmlns:r="http://schemas.openxmlformats.org/officeDocument/2006/relationships" id="2147483654" r:id="R9f35f1d589df41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670b6e1044655" /><Relationship Type="http://schemas.openxmlformats.org/officeDocument/2006/relationships/notesSlide" Target="/ppt/notesSlides/notesSlide1.xml" Id="R78c02dc473354f04" /><Relationship Type="http://schemas.microsoft.com/office/2018/10/relationships/comments" Target="/ppt/comments/modernComment.xml" Id="R9440338fa2c843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7C688-62FB-4D0D-8BF9-7C140411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7620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Quarter four results</a:t>
            </a:r>
          </a:p>
        </p:txBody>
      </p:sp>
    </p:spTree>
    <p:extLst>
      <p:ext uri="{BB962C8B-B14F-4D97-AF65-F5344CB8AC3E}">
        <p14:creationId xmlns:p14="http://schemas.microsoft.com/office/powerpoint/2010/main" val="1894913651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9440338fa2c84351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2026-10-10T04:37:40.8270000Z</dcterms:created>
  <dcterms:modified xsi:type="dcterms:W3CDTF">2026-10-10T04:37:40.8270000Z</dcterms:modified>
</coreProperties>
</file>