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c8d7377f194804" /><Relationship Type="http://schemas.openxmlformats.org/officeDocument/2006/relationships/extended-properties" Target="/docProps/app.xml" Id="R67a9c83a3e4648ba" /><Relationship Type="http://schemas.openxmlformats.org/officeDocument/2006/relationships/officeDocument" Target="/ppt/presentation.xml" Id="Rb87048d0692841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c4088f5d4f4456"/>
  </p:sldMasterIdLst>
  <p:notesMasterIdLst>
    <p:notesMasterId xmlns:r="http://schemas.openxmlformats.org/officeDocument/2006/relationships" r:id="R34feec6202c44753"/>
  </p:notesMasterIdLst>
  <p:sldIdLst>
    <p:sldId xmlns:r="http://schemas.openxmlformats.org/officeDocument/2006/relationships" id="256" r:id="R6a1e74e7267145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d5f34bb8ea465c" /><Relationship Type="http://schemas.openxmlformats.org/officeDocument/2006/relationships/slideMaster" Target="/ppt/slideMasters/slideMaster1.xml" Id="Rddc4088f5d4f4456" /><Relationship Type="http://schemas.openxmlformats.org/officeDocument/2006/relationships/notesMaster" Target="/ppt/notesMasters/notesMaster1.xml" Id="R34feec6202c44753" /><Relationship Type="http://schemas.openxmlformats.org/officeDocument/2006/relationships/presProps" Target="/ppt/presProps.xml" Id="R00de31894ba74878" /><Relationship Type="http://schemas.openxmlformats.org/officeDocument/2006/relationships/tableStyles" Target="/ppt/tableStyles.xml" Id="R4cab3f0fbe3c4810" /><Relationship Type="http://schemas.openxmlformats.org/officeDocument/2006/relationships/slide" Target="/ppt/slides/slide1.xml" Id="R6a1e74e7267145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bbc71fb07d47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38c03c23fc4027" /><Relationship Type="http://schemas.openxmlformats.org/officeDocument/2006/relationships/notesMaster" Target="/ppt/notesMasters/notesMaster1.xml" Id="R393d0d94a07748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2724fb9a543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3a0eb8c8b43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2a609b8c046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112f108e943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89354cdd642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4260fcf4647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509166-E651-47AE-A5BA-7BD73AB30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EA85F5-A8E2-4891-AFC4-A92EE901A9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417100-5370-4612-A7BA-879207DECC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421812-8E1E-437F-9B56-5214D602F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C3BE34-F526-4CDD-B32A-D51B444206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DB1DE0-8044-4BC5-A007-907EB8C24D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A75DF0-65F6-4FF0-9A39-AB965CC4F5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989207-D215-4E84-AE4E-A513DBC032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F49E5B-5185-41C8-BA78-786F939AA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FFF0F6-16AB-45D4-9060-600DDFCDF7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eac6e70b514e3a" /><Relationship Type="http://schemas.openxmlformats.org/officeDocument/2006/relationships/slideLayout" Target="/ppt/slideLayouts/slideLayout1.xml" Id="Rbb095aae7a8047c0" /><Relationship Type="http://schemas.openxmlformats.org/officeDocument/2006/relationships/slideLayout" Target="/ppt/slideLayouts/slideLayout2.xml" Id="Ra2904d7600cd4e5f" /><Relationship Type="http://schemas.openxmlformats.org/officeDocument/2006/relationships/slideLayout" Target="/ppt/slideLayouts/slideLayout3.xml" Id="R3f78443bd74247b9" /><Relationship Type="http://schemas.openxmlformats.org/officeDocument/2006/relationships/slideLayout" Target="/ppt/slideLayouts/slideLayout4.xml" Id="Rbf152f3dc9404d89" /><Relationship Type="http://schemas.openxmlformats.org/officeDocument/2006/relationships/slideLayout" Target="/ppt/slideLayouts/slideLayout5.xml" Id="R5c95e45124304385" /><Relationship Type="http://schemas.openxmlformats.org/officeDocument/2006/relationships/slideLayout" Target="/ppt/slideLayouts/slideLayout6.xml" Id="Rdf6c7e2044f443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95aae7a8047c0"/>
    <p:sldLayoutId xmlns:r="http://schemas.openxmlformats.org/officeDocument/2006/relationships" id="2147483650" r:id="Ra2904d7600cd4e5f"/>
    <p:sldLayoutId xmlns:r="http://schemas.openxmlformats.org/officeDocument/2006/relationships" id="2147483651" r:id="R3f78443bd74247b9"/>
    <p:sldLayoutId xmlns:r="http://schemas.openxmlformats.org/officeDocument/2006/relationships" id="2147483652" r:id="Rbf152f3dc9404d89"/>
    <p:sldLayoutId xmlns:r="http://schemas.openxmlformats.org/officeDocument/2006/relationships" id="2147483653" r:id="R5c95e45124304385"/>
    <p:sldLayoutId xmlns:r="http://schemas.openxmlformats.org/officeDocument/2006/relationships" id="2147483654" r:id="Rdf6c7e2044f443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ffdca22774828" /><Relationship Type="http://schemas.openxmlformats.org/officeDocument/2006/relationships/chart" Target="/ppt/slides/charts/chart1.xml" Id="Rd975c4224c614ba3" /><Relationship Type="http://schemas.openxmlformats.org/officeDocument/2006/relationships/notesSlide" Target="/ppt/notesSlides/notesSlide1.xml" Id="R6652fb533e5c467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scatter</a:t>
            </a:r>
          </a:p>
        </c:rich>
      </c:tx>
      <c:overlay val="0"/>
    </c:title>
    <c:plotArea>
      <c:scatterChart>
        <c:scatterStyle val="marker"/>
        <c:ser>
          <c:idx val="0"/>
          <c:order val="0"/>
          <c:tx>
            <c:v>Values</c:v>
          </c:tx>
          <c:xVal>
            <c:numLit>
              <c:formatCode>General</c:formatCode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xVal>
          <c:yVal>
            <c:numLit>
              <c:formatCode>General</c:formatCode>
              <c:ptCount val="3"/>
              <c:pt idx="0">
                <c:v>10</c:v>
              </c:pt>
              <c:pt idx="1">
                <c:v>20</c:v>
              </c:pt>
              <c:pt idx="2">
                <c:v>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F19EF9C6-C181-4B5A-8517-672CA8FA5594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9525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75c4224c614ba3"/>
          </a:graphicData>
        </a:graphic>
      </p:graphicFrame>
    </p:spTree>
    <p:extLst>
      <p:ext uri="{BB962C8B-B14F-4D97-AF65-F5344CB8AC3E}">
        <p14:creationId xmlns:p14="http://schemas.microsoft.com/office/powerpoint/2010/main" val="608666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2026-10-10T21:51:16.3390000Z</dcterms:created>
  <dcterms:modified xsi:type="dcterms:W3CDTF">2026-10-10T21:51:16.3390000Z</dcterms:modified>
</coreProperties>
</file>