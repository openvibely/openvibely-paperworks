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extendedCharts/chart.xml" ContentType="application/vnd.ms-office.chartex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42f45804264581" /><Relationship Type="http://schemas.openxmlformats.org/officeDocument/2006/relationships/extended-properties" Target="/docProps/app.xml" Id="R41b42e0ba13c491c" /><Relationship Type="http://schemas.openxmlformats.org/officeDocument/2006/relationships/officeDocument" Target="/ppt/presentation.xml" Id="R758e3dcce8ea45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edea5393a54557"/>
  </p:sldMasterIdLst>
  <p:notesMasterIdLst>
    <p:notesMasterId xmlns:r="http://schemas.openxmlformats.org/officeDocument/2006/relationships" r:id="R29aeeae1c2dc4f2b"/>
  </p:notesMasterIdLst>
  <p:sldIdLst>
    <p:sldId xmlns:r="http://schemas.openxmlformats.org/officeDocument/2006/relationships" id="256" r:id="R8ce599193a0d46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e2c53f4e0e4822" /><Relationship Type="http://schemas.openxmlformats.org/officeDocument/2006/relationships/slideMaster" Target="/ppt/slideMasters/slideMaster1.xml" Id="Rcdedea5393a54557" /><Relationship Type="http://schemas.openxmlformats.org/officeDocument/2006/relationships/notesMaster" Target="/ppt/notesMasters/notesMaster1.xml" Id="R29aeeae1c2dc4f2b" /><Relationship Type="http://schemas.openxmlformats.org/officeDocument/2006/relationships/presProps" Target="/ppt/presProps.xml" Id="Rd20c018724d64eb0" /><Relationship Type="http://schemas.openxmlformats.org/officeDocument/2006/relationships/tableStyles" Target="/ppt/tableStyles.xml" Id="R1a594d00b94b4b8b" /><Relationship Type="http://schemas.openxmlformats.org/officeDocument/2006/relationships/slide" Target="/ppt/slides/slide1.xml" Id="R8ce599193a0d46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ff0ffd200e4f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e331bf692f49cc" /><Relationship Type="http://schemas.openxmlformats.org/officeDocument/2006/relationships/notesMaster" Target="/ppt/notesMasters/notesMaster1.xml" Id="Rc920a415c65d40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e2226da74948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efc4334b449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7de750ea846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46864ee14941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887fd24b44f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19ccf2773d47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E3FF1D-659A-4A7A-957B-EEAE62C1D1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1156DB-0582-4276-8912-F755E5D96A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062764-36DE-4428-B7F7-BB052F436B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806B6D-E50A-4BD1-8491-FC4DAA476D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B124F1-7833-4C94-BF15-EB11277BB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E24C77-C6F6-4DA0-9FBB-E502A3AD6E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6F79C5-927E-4AC7-855F-0864070B8F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4A97CB-7C81-42F3-A14E-EEED8B12C1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E06546-917B-4851-9694-77CD6734B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D82535-208B-4D7E-AE55-AF8259DBDF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d3f1feedc1403b" /><Relationship Type="http://schemas.openxmlformats.org/officeDocument/2006/relationships/slideLayout" Target="/ppt/slideLayouts/slideLayout1.xml" Id="R29a3fd6fbc864239" /><Relationship Type="http://schemas.openxmlformats.org/officeDocument/2006/relationships/slideLayout" Target="/ppt/slideLayouts/slideLayout2.xml" Id="R27b45535054d45be" /><Relationship Type="http://schemas.openxmlformats.org/officeDocument/2006/relationships/slideLayout" Target="/ppt/slideLayouts/slideLayout3.xml" Id="Rbb7a865130eb4cb2" /><Relationship Type="http://schemas.openxmlformats.org/officeDocument/2006/relationships/slideLayout" Target="/ppt/slideLayouts/slideLayout4.xml" Id="R920bce448bd74abc" /><Relationship Type="http://schemas.openxmlformats.org/officeDocument/2006/relationships/slideLayout" Target="/ppt/slideLayouts/slideLayout5.xml" Id="Rbe99ee70db364e8a" /><Relationship Type="http://schemas.openxmlformats.org/officeDocument/2006/relationships/slideLayout" Target="/ppt/slideLayouts/slideLayout6.xml" Id="R04e01d7414684a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a3fd6fbc864239"/>
    <p:sldLayoutId xmlns:r="http://schemas.openxmlformats.org/officeDocument/2006/relationships" id="2147483650" r:id="R27b45535054d45be"/>
    <p:sldLayoutId xmlns:r="http://schemas.openxmlformats.org/officeDocument/2006/relationships" id="2147483651" r:id="Rbb7a865130eb4cb2"/>
    <p:sldLayoutId xmlns:r="http://schemas.openxmlformats.org/officeDocument/2006/relationships" id="2147483652" r:id="R920bce448bd74abc"/>
    <p:sldLayoutId xmlns:r="http://schemas.openxmlformats.org/officeDocument/2006/relationships" id="2147483653" r:id="Rbe99ee70db364e8a"/>
    <p:sldLayoutId xmlns:r="http://schemas.openxmlformats.org/officeDocument/2006/relationships" id="2147483654" r:id="R04e01d7414684a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4257ce2e0f4f70" /><Relationship Type="http://schemas.microsoft.com/office/2014/relationships/chartEx" Target="/ppt/slides/extendedCharts/chart.xml" Id="Rd169488939ac46f1" /><Relationship Type="http://schemas.openxmlformats.org/officeDocument/2006/relationships/notesSlide" Target="/ppt/notesSlides/notesSlide1.xml" Id="R9dcc77521d03419d" /></Relationships>
</file>

<file path=ppt/slides/extendedCharts/chart.xml><?xml version="1.0" encoding="utf-8"?>
<cx:chartSpace xmlns:cx="http://schemas.microsoft.com/office/drawing/2014/chartex">
  <cx:chartData>
    <cx:data id="0">
      <cx:numDim type="val">
        <cx:lvl ptCount="3">
          <cx:pt idx="0">10</cx:pt>
          <cx:pt idx="1">20</cx:pt>
          <cx:pt idx="2">5</cx:pt>
        </cx:lvl>
      </cx:numDim>
    </cx:data>
  </cx:chartData>
  <cx:chart>
    <cx:plotArea>
      <cx:plotAreaRegion>
        <cx:series layoutId="clusteredColumn">
          <cx:tx>
            <cx:txData>
              <cx:v>Values</cx:v>
            </cx:txData>
          </cx:tx>
          <cx:dataId val="0"/>
          <cx:layoutPr>
            <cx:binning/>
          </cx:layoutPr>
        </cx:series>
      </cx:plotAreaRegion>
      <cx:axis id="0">
        <cx:catScaling gapWidth="0"/>
        <cx:title>
          <cx:tx>
            <cx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Observations</a:t>
                </a:r>
              </a:p>
            </cx:rich>
          </cx:tx>
        </cx:title>
        <cx:tickLabels/>
      </cx:axis>
      <cx:axis id="1">
        <cx:valScaling max="10" min="0" majorUnit="2"/>
        <cx:title>
          <cx:tx>
            <cx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Frequency</a:t>
                </a:r>
              </a:p>
            </cx:rich>
          </cx:tx>
        </cx:title>
        <cx:tickLabels/>
        <cx:numFmt formatCode="0.00E+00"/>
      </cx:axis>
    </cx:plotArea>
    <cx:legend pos="b" overlay="0"/>
  </cx:chart>
</cx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9B1C2FF8-4AA4-4671-99C3-E9C68C623405}"/>
              </a:ext>
            </a:extLst>
          </p:cNvPr>
          <p:cNvGraphicFramePr/>
          <p:nvPr/>
        </p:nvGraphicFramePr>
        <p:xfrm>
          <a:off xmlns:a="http://schemas.openxmlformats.org/drawingml/2006/main" x="952500" y="952500"/>
          <a:ext xmlns:a="http://schemas.openxmlformats.org/drawingml/2006/main" cx="7620000" cy="4286250"/>
        </p:xfrm>
        <a:graphic xmlns:a="http://schemas.openxmlformats.org/drawingml/2006/main">
          <a:graphicData uri="http://schemas.microsoft.com/office/drawing/2014/chartex">
            <cx:chart xmlns:r="http://schemas.openxmlformats.org/officeDocument/2006/relationships" xmlns:cx="http://schemas.microsoft.com/office/drawing/2014/chartex" r:id="Rd169488939ac46f1"/>
          </a:graphicData>
        </a:graphic>
      </p:graphicFrame>
    </p:spTree>
    <p:extLst>
      <p:ext uri="{BB962C8B-B14F-4D97-AF65-F5344CB8AC3E}">
        <p14:creationId xmlns:p14="http://schemas.microsoft.com/office/powerpoint/2010/main" val="282750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2026-10-10T21:45:00.5910000Z</dcterms:created>
  <dcterms:modified xsi:type="dcterms:W3CDTF">2026-10-10T21:45:00.5910000Z</dcterms:modified>
</coreProperties>
</file>