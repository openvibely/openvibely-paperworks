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5bfbeba2a4d7a" /><Relationship Type="http://schemas.openxmlformats.org/officeDocument/2006/relationships/extended-properties" Target="/docProps/app.xml" Id="R81df3a33483e4a7e" /><Relationship Type="http://schemas.openxmlformats.org/officeDocument/2006/relationships/officeDocument" Target="/ppt/presentation.xml" Id="Rfe55eb30d92744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eccbbd4f304e3b"/>
  </p:sldMasterIdLst>
  <p:notesMasterIdLst>
    <p:notesMasterId xmlns:r="http://schemas.openxmlformats.org/officeDocument/2006/relationships" r:id="R34204246f2d94a96"/>
  </p:notesMasterIdLst>
  <p:sldIdLst>
    <p:sldId xmlns:r="http://schemas.openxmlformats.org/officeDocument/2006/relationships" id="256" r:id="Rfbc2452dce054a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984f5b83e4268" /><Relationship Type="http://schemas.openxmlformats.org/officeDocument/2006/relationships/slideMaster" Target="/ppt/slideMasters/slideMaster1.xml" Id="R51eccbbd4f304e3b" /><Relationship Type="http://schemas.openxmlformats.org/officeDocument/2006/relationships/notesMaster" Target="/ppt/notesMasters/notesMaster1.xml" Id="R34204246f2d94a96" /><Relationship Type="http://schemas.openxmlformats.org/officeDocument/2006/relationships/presProps" Target="/ppt/presProps.xml" Id="R6f03aee4b8b44b13" /><Relationship Type="http://schemas.openxmlformats.org/officeDocument/2006/relationships/tableStyles" Target="/ppt/tableStyles.xml" Id="Rc9130eeec4e54cce" /><Relationship Type="http://schemas.openxmlformats.org/officeDocument/2006/relationships/slide" Target="/ppt/slides/slide1.xml" Id="Rfbc2452dce054a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9f5f9210e4d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a09808f3b483a" /><Relationship Type="http://schemas.openxmlformats.org/officeDocument/2006/relationships/notesMaster" Target="/ppt/notesMasters/notesMaster1.xml" Id="R617e3a359ccd44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19cba2c6a4e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9fc8c29c94e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88b828ae340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6704ed05f45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3f025f5a046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7b83aba1f44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B6DA4D-B7DF-4184-B210-CB844F078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7C9FD6-294E-4597-A288-2CB7F4C4FE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98AD3F-30AC-4CA9-8AC7-1383A688C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BD263D-1111-4A1B-8345-F4A427324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5B1979-2B60-4B07-B505-29577A382B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C8BF9B-42E3-44D0-BAEF-F5C9D1352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DDE867-4F76-45A4-B2AF-1EE88206FD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16DA9A-1F4C-4133-8167-2BF04ADACB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9A4897-CC87-4F7E-BAF5-02A92BA42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139090-99FF-40AA-A2E6-218F834DEE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b35beb4a84619" /><Relationship Type="http://schemas.openxmlformats.org/officeDocument/2006/relationships/slideLayout" Target="/ppt/slideLayouts/slideLayout1.xml" Id="Re4310d15d70a45cd" /><Relationship Type="http://schemas.openxmlformats.org/officeDocument/2006/relationships/slideLayout" Target="/ppt/slideLayouts/slideLayout2.xml" Id="R81a6d22acc9749c1" /><Relationship Type="http://schemas.openxmlformats.org/officeDocument/2006/relationships/slideLayout" Target="/ppt/slideLayouts/slideLayout3.xml" Id="R5f7c4ace8554453f" /><Relationship Type="http://schemas.openxmlformats.org/officeDocument/2006/relationships/slideLayout" Target="/ppt/slideLayouts/slideLayout4.xml" Id="R9a256edbdabb40a7" /><Relationship Type="http://schemas.openxmlformats.org/officeDocument/2006/relationships/slideLayout" Target="/ppt/slideLayouts/slideLayout5.xml" Id="R8fae79c718f64d95" /><Relationship Type="http://schemas.openxmlformats.org/officeDocument/2006/relationships/slideLayout" Target="/ppt/slideLayouts/slideLayout6.xml" Id="R7e0c25b760ff46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310d15d70a45cd"/>
    <p:sldLayoutId xmlns:r="http://schemas.openxmlformats.org/officeDocument/2006/relationships" id="2147483650" r:id="R81a6d22acc9749c1"/>
    <p:sldLayoutId xmlns:r="http://schemas.openxmlformats.org/officeDocument/2006/relationships" id="2147483651" r:id="R5f7c4ace8554453f"/>
    <p:sldLayoutId xmlns:r="http://schemas.openxmlformats.org/officeDocument/2006/relationships" id="2147483652" r:id="R9a256edbdabb40a7"/>
    <p:sldLayoutId xmlns:r="http://schemas.openxmlformats.org/officeDocument/2006/relationships" id="2147483653" r:id="R8fae79c718f64d95"/>
    <p:sldLayoutId xmlns:r="http://schemas.openxmlformats.org/officeDocument/2006/relationships" id="2147483654" r:id="R7e0c25b760ff46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1c09a4d5a4918" /><Relationship Type="http://schemas.microsoft.com/office/2014/relationships/chartEx" Target="/ppt/slides/extendedCharts/chart.xml" Id="R2d80db7cfaab4f6b" /><Relationship Type="http://schemas.openxmlformats.org/officeDocument/2006/relationships/notesSlide" Target="/ppt/notesSlides/notesSlide1.xml" Id="Rdcfae5a4c4fe42b4" /></Relationships>
</file>

<file path=ppt/slides/extendedCharts/chart.xml><?xml version="1.0" encoding="utf-8"?>
<cx:chartSpace xmlns:cx="http://schemas.microsoft.com/office/drawing/2014/chartex">
  <cx:chartData>
    <cx:data id="0">
      <cx:strDim type="cat">
        <cx:lvl ptCount="3">
          <cx:pt idx="0">A</cx:pt>
          <cx:pt idx="1">B</cx:pt>
          <cx:pt idx="2">C</cx:pt>
        </cx:lvl>
      </cx:strDim>
      <cx:numDim type="size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treemap">
          <cx:tx>
            <cx:txData>
              <cx:v>Values</cx:v>
            </cx:txData>
          </cx:tx>
          <cx:dataId val="0"/>
        </cx:series>
      </cx:plotAreaRegion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6F822A1-5E94-41FC-82D4-C316C3D1D55F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2d80db7cfaab4f6b"/>
          </a:graphicData>
        </a:graphic>
      </p:graphicFrame>
    </p:spTree>
    <p:extLst>
      <p:ext uri="{BB962C8B-B14F-4D97-AF65-F5344CB8AC3E}">
        <p14:creationId xmlns:p14="http://schemas.microsoft.com/office/powerpoint/2010/main" val="1445677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2026-10-10T04:31:50.1960000Z</dcterms:created>
  <dcterms:modified xsi:type="dcterms:W3CDTF">2026-10-10T04:31:50.1960000Z</dcterms:modified>
</coreProperties>
</file>