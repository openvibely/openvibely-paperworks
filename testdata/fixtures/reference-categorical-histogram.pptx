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f387e089a4407" /><Relationship Type="http://schemas.openxmlformats.org/officeDocument/2006/relationships/extended-properties" Target="/docProps/app.xml" Id="R315b9dec552042db" /><Relationship Type="http://schemas.openxmlformats.org/officeDocument/2006/relationships/officeDocument" Target="/ppt/presentation.xml" Id="R2a82e2c67679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47fcee0ca4c78"/>
  </p:sldMasterIdLst>
  <p:notesMasterIdLst>
    <p:notesMasterId xmlns:r="http://schemas.openxmlformats.org/officeDocument/2006/relationships" r:id="R5b3e47553128425c"/>
  </p:notesMasterIdLst>
  <p:sldIdLst>
    <p:sldId xmlns:r="http://schemas.openxmlformats.org/officeDocument/2006/relationships" id="256" r:id="Ra7c0073933774d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8a9b9f376419e" /><Relationship Type="http://schemas.openxmlformats.org/officeDocument/2006/relationships/slideMaster" Target="/ppt/slideMasters/slideMaster1.xml" Id="Redd47fcee0ca4c78" /><Relationship Type="http://schemas.openxmlformats.org/officeDocument/2006/relationships/notesMaster" Target="/ppt/notesMasters/notesMaster1.xml" Id="R5b3e47553128425c" /><Relationship Type="http://schemas.openxmlformats.org/officeDocument/2006/relationships/presProps" Target="/ppt/presProps.xml" Id="Ra2f5facb20964e7b" /><Relationship Type="http://schemas.openxmlformats.org/officeDocument/2006/relationships/tableStyles" Target="/ppt/tableStyles.xml" Id="R71eaaff7fddc43b5" /><Relationship Type="http://schemas.openxmlformats.org/officeDocument/2006/relationships/slide" Target="/ppt/slides/slide1.xml" Id="Ra7c0073933774d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a53d21460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3d82b83a640cc" /><Relationship Type="http://schemas.openxmlformats.org/officeDocument/2006/relationships/notesMaster" Target="/ppt/notesMasters/notesMaster1.xml" Id="R32fbf8046c0b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3d8c00c214c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9a06b65d541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d2578275346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2ec55063042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ee54ef6c14d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69da3845c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86200ca450479c" /><Relationship Type="http://schemas.openxmlformats.org/officeDocument/2006/relationships/slideLayout" Target="/ppt/slideLayouts/slideLayout1.xml" Id="Re8455f5d47d94504" /><Relationship Type="http://schemas.openxmlformats.org/officeDocument/2006/relationships/slideLayout" Target="/ppt/slideLayouts/slideLayout2.xml" Id="Ra49cf7e4bf614fb0" /><Relationship Type="http://schemas.openxmlformats.org/officeDocument/2006/relationships/slideLayout" Target="/ppt/slideLayouts/slideLayout3.xml" Id="R6af478272b8740d1" /><Relationship Type="http://schemas.openxmlformats.org/officeDocument/2006/relationships/slideLayout" Target="/ppt/slideLayouts/slideLayout4.xml" Id="Rba915d4a95434eed" /><Relationship Type="http://schemas.openxmlformats.org/officeDocument/2006/relationships/slideLayout" Target="/ppt/slideLayouts/slideLayout5.xml" Id="Rd58ecf10757b408d" /><Relationship Type="http://schemas.openxmlformats.org/officeDocument/2006/relationships/slideLayout" Target="/ppt/slideLayouts/slideLayout6.xml" Id="Rcb18b1658b9648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455f5d47d94504"/>
    <p:sldLayoutId xmlns:r="http://schemas.openxmlformats.org/officeDocument/2006/relationships" id="2147483650" r:id="Ra49cf7e4bf614fb0"/>
    <p:sldLayoutId xmlns:r="http://schemas.openxmlformats.org/officeDocument/2006/relationships" id="2147483651" r:id="R6af478272b8740d1"/>
    <p:sldLayoutId xmlns:r="http://schemas.openxmlformats.org/officeDocument/2006/relationships" id="2147483652" r:id="Rba915d4a95434eed"/>
    <p:sldLayoutId xmlns:r="http://schemas.openxmlformats.org/officeDocument/2006/relationships" id="2147483653" r:id="Rd58ecf10757b408d"/>
    <p:sldLayoutId xmlns:r="http://schemas.openxmlformats.org/officeDocument/2006/relationships" id="2147483654" r:id="Rcb18b1658b9648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41ddc036245c1" /><Relationship Type="http://schemas.microsoft.com/office/2014/relationships/chartEx" Target="/ppt/slides/extendedCharts/chart.xml" Id="R363a392ae60543a0" /><Relationship Type="http://schemas.openxmlformats.org/officeDocument/2006/relationships/notesSlide" Target="/ppt/notesSlides/notesSlide1.xml" Id="R3fdf107fafef4936" /></Relationships>
</file>

<file path=ppt/slides/extendedCharts/chart.xml><?xml version="1.0" encoding="utf-8"?>
<cx:chartSpace xmlns:cx="http://schemas.microsoft.com/office/drawing/2014/chartex">
  <cx:chartData>
    <cx:data id="0">
      <cx:strDim type="cat">
        <cx:lvl ptCount="3">
          <cx:pt idx="0">A</cx:pt>
          <cx:pt idx="1">B</cx:pt>
          <cx:pt idx="2">C</cx:pt>
        </cx:lvl>
      </cx:strDim>
      <cx:numDim type="val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clusteredColumn">
          <cx:tx>
            <cx:txData>
              <cx:v>Values</cx:v>
            </cx:txData>
          </cx:tx>
          <cx:dataId val="0"/>
          <cx:layoutPr>
            <cx:binning/>
          </cx:layoutPr>
        </cx:series>
      </cx:plotAreaRegion>
      <cx:axis id="0">
        <cx:catScaling gapWidth="0"/>
        <cx:tickLabels/>
      </cx:axis>
      <cx:axis id="1">
        <cx:valScaling/>
        <cx:majorGridlines>
          <cx:spPr>
            <a:ln xmlns:a="http://schemas.openxmlformats.org/drawingml/2006/main">
              <a:noFill/>
            </a:ln>
          </cx:spPr>
        </cx:majorGridlines>
        <cx:tickLabels/>
      </cx:axis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7928ED6-644E-4892-BE64-96508AF48607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363a392ae60543a0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2026-10-10T18:39:42.8220000Z</dcterms:created>
  <dcterms:modified xsi:type="dcterms:W3CDTF">2026-10-10T18:39:42.8220000Z</dcterms:modified>
</coreProperties>
</file>