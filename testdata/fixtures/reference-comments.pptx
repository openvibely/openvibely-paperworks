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omments/modernComment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4011cb0604609" /><Relationship Type="http://schemas.openxmlformats.org/officeDocument/2006/relationships/extended-properties" Target="/docProps/app.xml" Id="Ra9f66df0cbef4c66" /><Relationship Type="http://schemas.openxmlformats.org/officeDocument/2006/relationships/officeDocument" Target="/ppt/presentation.xml" Id="Rd749d6b139b442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61c8d5506e47c2"/>
  </p:sldMasterIdLst>
  <p:notesMasterIdLst>
    <p:notesMasterId xmlns:r="http://schemas.openxmlformats.org/officeDocument/2006/relationships" r:id="Re4b86bfe67374239"/>
  </p:notesMasterIdLst>
  <p:sldIdLst>
    <p:sldId xmlns:r="http://schemas.openxmlformats.org/officeDocument/2006/relationships" id="256" r:id="R7ec08fce370a48b6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58979891-C540-48E5-B3BF-671F3FBA60D6}" name="Fixture Reviewer" initials="FR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e903b325714585" /><Relationship Type="http://schemas.openxmlformats.org/officeDocument/2006/relationships/slideMaster" Target="/ppt/slideMasters/slideMaster1.xml" Id="Re461c8d5506e47c2" /><Relationship Type="http://schemas.openxmlformats.org/officeDocument/2006/relationships/notesMaster" Target="/ppt/notesMasters/notesMaster1.xml" Id="Re4b86bfe67374239" /><Relationship Type="http://schemas.openxmlformats.org/officeDocument/2006/relationships/presProps" Target="/ppt/presProps.xml" Id="R27948d7d0a854dd2" /><Relationship Type="http://schemas.openxmlformats.org/officeDocument/2006/relationships/tableStyles" Target="/ppt/tableStyles.xml" Id="R178e33bb249042c2" /><Relationship Type="http://schemas.microsoft.com/office/2018/10/relationships/authors" Target="/ppt/authors.xml" Id="R1c7e8765bcce4aed" /><Relationship Type="http://schemas.openxmlformats.org/officeDocument/2006/relationships/slide" Target="/ppt/slides/slide1.xml" Id="R7ec08fce370a48b6" /></Relationships>
</file>

<file path=ppt/comments/modernComment.xml><?xml version="1.0" encoding="utf-8"?>
<p188:cmLst xmlns:p188="http://schemas.microsoft.com/office/powerpoint/2018/8/main">
  <p188:cm id="{E85798A6-0411-4397-8877-E9865C0C73A3}" authorId="{58979891-C540-48E5-B3BF-671F3FBA60D6}" status="resolved" created="2026-10-10T00:31:49.746-04:00">
    <pc:sldMkLst xmlns:pc="http://schemas.microsoft.com/office/powerpoint/2013/main/command">
      <pc:docMk/>
      <pc:sldMk cId="1184467621" sldId="256"/>
    </pc:sldMkLst>
    <p188:pos x="476250" y="476250"/>
    <p188:replyLst>
      <p188:reply id="{D98926FD-C9DD-44D3-9D15-528A42D12976}" authorId="{58979891-C540-48E5-B3BF-671F3FBA60D6}" status="resolved" created="2026-10-10T00:31:49.746-04:00">
        <p188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Checked</a:t>
            </a:r>
          </a:p>
        </p188:txBody>
      </p188:reply>
    </p188:replyLst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Review this slide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4711362c1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38a1e5f3544c2" /><Relationship Type="http://schemas.openxmlformats.org/officeDocument/2006/relationships/notesMaster" Target="/ppt/notesMasters/notesMaster1.xml" Id="R6d8796136616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285ba6d6f47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cfaed602043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1327a6919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d95bdf47f43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9cffb204646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3846f6748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BD0051-F9D8-429C-BA62-E0E4BE553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6D5BF4-B04D-443E-A19A-A3D3CCDB64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11ACDF-49D7-4FB4-A6CC-9A623EAA3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109D52-A698-40DD-A352-38A61085B2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D4BD0F-7BE4-4CDE-AFB1-541B9621D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CE263F-D74F-4BD9-A22B-C13280BE2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EAAE4D-8B67-481D-8858-0C3B54AE4D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A70E72-F997-482B-9E4B-E9165E0DFB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170C1-3D95-499F-AEF1-61B36A082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6A6D8C-77F3-415B-A8B2-76A3CA98EA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13ff40fe242ad" /><Relationship Type="http://schemas.openxmlformats.org/officeDocument/2006/relationships/slideLayout" Target="/ppt/slideLayouts/slideLayout1.xml" Id="Raff5e6f1283e438a" /><Relationship Type="http://schemas.openxmlformats.org/officeDocument/2006/relationships/slideLayout" Target="/ppt/slideLayouts/slideLayout2.xml" Id="R54a3b07dc2a34e46" /><Relationship Type="http://schemas.openxmlformats.org/officeDocument/2006/relationships/slideLayout" Target="/ppt/slideLayouts/slideLayout3.xml" Id="R59dabbe57b704556" /><Relationship Type="http://schemas.openxmlformats.org/officeDocument/2006/relationships/slideLayout" Target="/ppt/slideLayouts/slideLayout4.xml" Id="Rdde32583113c4a70" /><Relationship Type="http://schemas.openxmlformats.org/officeDocument/2006/relationships/slideLayout" Target="/ppt/slideLayouts/slideLayout5.xml" Id="R101c08817e754b8c" /><Relationship Type="http://schemas.openxmlformats.org/officeDocument/2006/relationships/slideLayout" Target="/ppt/slideLayouts/slideLayout6.xml" Id="R53ff193fdc2d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f5e6f1283e438a"/>
    <p:sldLayoutId xmlns:r="http://schemas.openxmlformats.org/officeDocument/2006/relationships" id="2147483650" r:id="R54a3b07dc2a34e46"/>
    <p:sldLayoutId xmlns:r="http://schemas.openxmlformats.org/officeDocument/2006/relationships" id="2147483651" r:id="R59dabbe57b704556"/>
    <p:sldLayoutId xmlns:r="http://schemas.openxmlformats.org/officeDocument/2006/relationships" id="2147483652" r:id="Rdde32583113c4a70"/>
    <p:sldLayoutId xmlns:r="http://schemas.openxmlformats.org/officeDocument/2006/relationships" id="2147483653" r:id="R101c08817e754b8c"/>
    <p:sldLayoutId xmlns:r="http://schemas.openxmlformats.org/officeDocument/2006/relationships" id="2147483654" r:id="R53ff193fdc2d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97913fa7946c5" /><Relationship Type="http://schemas.openxmlformats.org/officeDocument/2006/relationships/notesSlide" Target="/ppt/notesSlides/notesSlide1.xml" Id="R281816ab991d486b" /><Relationship Type="http://schemas.microsoft.com/office/2018/10/relationships/comments" Target="/ppt/comments/modernComment.xml" Id="R44f27e376de148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84467621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44f27e376de1489b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2026-10-10T04:31:49.8640000Z</dcterms:created>
  <dcterms:modified xsi:type="dcterms:W3CDTF">2026-10-10T04:31:49.8640000Z</dcterms:modified>
</coreProperties>
</file>