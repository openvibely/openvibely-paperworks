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extendedCharts/chart.xml" ContentType="application/vnd.ms-office.chartex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d371d241c14e74" /><Relationship Type="http://schemas.openxmlformats.org/officeDocument/2006/relationships/extended-properties" Target="/docProps/app.xml" Id="R326c7dad08d0423b" /><Relationship Type="http://schemas.openxmlformats.org/officeDocument/2006/relationships/officeDocument" Target="/ppt/presentation.xml" Id="Rcab3f733bec84d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dac0ddd3e6426f"/>
  </p:sldMasterIdLst>
  <p:notesMasterIdLst>
    <p:notesMasterId xmlns:r="http://schemas.openxmlformats.org/officeDocument/2006/relationships" r:id="Rb7bd216a1249499a"/>
  </p:notesMasterIdLst>
  <p:sldIdLst>
    <p:sldId xmlns:r="http://schemas.openxmlformats.org/officeDocument/2006/relationships" id="256" r:id="Rf8a47f03c51a4e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c53df8daa9458a" /><Relationship Type="http://schemas.openxmlformats.org/officeDocument/2006/relationships/slideMaster" Target="/ppt/slideMasters/slideMaster1.xml" Id="R48dac0ddd3e6426f" /><Relationship Type="http://schemas.openxmlformats.org/officeDocument/2006/relationships/notesMaster" Target="/ppt/notesMasters/notesMaster1.xml" Id="Rb7bd216a1249499a" /><Relationship Type="http://schemas.openxmlformats.org/officeDocument/2006/relationships/presProps" Target="/ppt/presProps.xml" Id="R4c8cdfde50e148c5" /><Relationship Type="http://schemas.openxmlformats.org/officeDocument/2006/relationships/tableStyles" Target="/ppt/tableStyles.xml" Id="R1b72be8301034dd0" /><Relationship Type="http://schemas.openxmlformats.org/officeDocument/2006/relationships/slide" Target="/ppt/slides/slide1.xml" Id="Rf8a47f03c51a4e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a4cb318ed444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b157022de44405" /><Relationship Type="http://schemas.openxmlformats.org/officeDocument/2006/relationships/notesMaster" Target="/ppt/notesMasters/notesMaster1.xml" Id="R686dae8ad5474c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acc7c524346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8b480d58f4f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e65b5debf43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12ed398df49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994e200024e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98550bfd146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E3FF1D-659A-4A7A-957B-EEAE62C1D1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1156DB-0582-4276-8912-F755E5D96A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062764-36DE-4428-B7F7-BB052F436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806B6D-E50A-4BD1-8491-FC4DAA476D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B124F1-7833-4C94-BF15-EB11277BB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E24C77-C6F6-4DA0-9FBB-E502A3AD6E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6F79C5-927E-4AC7-855F-0864070B8F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4A97CB-7C81-42F3-A14E-EEED8B12C1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E06546-917B-4851-9694-77CD6734B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D82535-208B-4D7E-AE55-AF8259DBDF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ae3733a2ee4a16" /><Relationship Type="http://schemas.openxmlformats.org/officeDocument/2006/relationships/slideLayout" Target="/ppt/slideLayouts/slideLayout1.xml" Id="Raa145363423f4a25" /><Relationship Type="http://schemas.openxmlformats.org/officeDocument/2006/relationships/slideLayout" Target="/ppt/slideLayouts/slideLayout2.xml" Id="R6eb0a871eac5403e" /><Relationship Type="http://schemas.openxmlformats.org/officeDocument/2006/relationships/slideLayout" Target="/ppt/slideLayouts/slideLayout3.xml" Id="R054db2f717174bbc" /><Relationship Type="http://schemas.openxmlformats.org/officeDocument/2006/relationships/slideLayout" Target="/ppt/slideLayouts/slideLayout4.xml" Id="R1aaebe42533040e5" /><Relationship Type="http://schemas.openxmlformats.org/officeDocument/2006/relationships/slideLayout" Target="/ppt/slideLayouts/slideLayout5.xml" Id="Rf34b638bbbf84282" /><Relationship Type="http://schemas.openxmlformats.org/officeDocument/2006/relationships/slideLayout" Target="/ppt/slideLayouts/slideLayout6.xml" Id="R0ea4fb4c108a44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145363423f4a25"/>
    <p:sldLayoutId xmlns:r="http://schemas.openxmlformats.org/officeDocument/2006/relationships" id="2147483650" r:id="R6eb0a871eac5403e"/>
    <p:sldLayoutId xmlns:r="http://schemas.openxmlformats.org/officeDocument/2006/relationships" id="2147483651" r:id="R054db2f717174bbc"/>
    <p:sldLayoutId xmlns:r="http://schemas.openxmlformats.org/officeDocument/2006/relationships" id="2147483652" r:id="R1aaebe42533040e5"/>
    <p:sldLayoutId xmlns:r="http://schemas.openxmlformats.org/officeDocument/2006/relationships" id="2147483653" r:id="Rf34b638bbbf84282"/>
    <p:sldLayoutId xmlns:r="http://schemas.openxmlformats.org/officeDocument/2006/relationships" id="2147483654" r:id="R0ea4fb4c108a44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c3830eefc4f50" /><Relationship Type="http://schemas.microsoft.com/office/2014/relationships/chartEx" Target="/ppt/slides/extendedCharts/chart.xml" Id="R6053049aa4db4148" /><Relationship Type="http://schemas.openxmlformats.org/officeDocument/2006/relationships/notesSlide" Target="/ppt/notesSlides/notesSlide1.xml" Id="R26fe8cacffb144a2" /></Relationships>
</file>

<file path=ppt/slides/extendedCharts/chart.xml><?xml version="1.0" encoding="utf-8"?>
<ns0:chartSpace xmlns:ns0="http://schemas.microsoft.com/office/drawing/2014/chartex" xmlns:ns1="http://schemas.openxmlformats.org/drawingml/2006/main">
  <ns0:chartData>
    <ns0:data id="0">
      <ns0:numDim type="val">
        <ns0:lvl ptCount="3">
          <ns0:pt idx="0">10</ns0:pt>
          <ns0:pt idx="1">20</ns0:pt>
          <ns0:pt idx="2">5</ns0:pt>
        </ns0:lvl>
      </ns0:numDim>
      <ns0:strDim type="cat">
        <ns0:lvl ptCount="3">
          <ns0:pt idx="0">A</ns0:pt>
          <ns0:pt idx="1">B</ns0:pt>
          <ns0:pt idx="2">C</ns0:pt>
        </ns0:lvl>
      </ns0:strDim>
    </ns0:data>
  </ns0:chartData>
  <ns0:chart>
    <ns0:plotArea>
      <ns0:plotAreaRegion>
        <ns0:series layoutId="waterfall">
          <ns0:tx>
            <ns0:txData>
              <ns0:v>Values</ns0:v>
            </ns0:txData>
          </ns0:tx>
          <ns0:dataId val="0"/>
        </ns0:series>
      </ns0:plotAreaRegion>
      <ns0:axis id="0">
        <ns0:catScaling gapWidth="0"/>
        <ns0:title>
          <ns0:tx>
            <ns0:rich>
              <ns1:bodyPr/>
              <ns1:lstStyle/>
              <ns1:p>
                <ns1:r>
                  <ns1:rPr/>
                  <ns1:t>Observations</ns1:t>
                </ns1:r>
              </ns1:p>
            </ns0:rich>
          </ns0:tx>
        </ns0:title>
        <ns0:tickLabels/>
      </ns0:axis>
      <ns0:axis id="1">
        <ns0:valScaling max="40" min="0" majorUnit="10"/>
        <ns0:title>
          <ns0:tx>
            <ns0:rich>
              <ns1:bodyPr/>
              <ns1:lstStyle/>
              <ns1:p>
                <ns1:r>
                  <ns1:rPr/>
                  <ns1:t>Frequency</ns1:t>
                </ns1:r>
              </ns1:p>
            </ns0:rich>
          </ns0:tx>
        </ns0:title>
        <ns0:majorGridlines>
          <ns0:spPr>
            <ns1:ln w="9525">
              <ns1:solidFill>
                <ns1:srgbClr val="C00000"/>
              </ns1:solidFill>
            </ns1:ln>
          </ns0:spPr>
        </ns0:majorGridlines>
        <ns0:tickLabels/>
        <ns0:numFmt formatCode="0.0"/>
      </ns0:axis>
    </ns0:plotArea>
    <ns0:legend pos="b" overlay="0"/>
  </ns0:chart>
</ns0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668DBA77-EF74-441C-90BD-0DB7DF938B77}"/>
              </a:ext>
            </a:extLst>
          </p:cNvPr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7620000" cy="4286250"/>
        </p:xfrm>
        <a:graphic xmlns:a="http://schemas.openxmlformats.org/drawingml/2006/main">
          <a:graphicData uri="http://schemas.microsoft.com/office/drawing/2014/chartex">
            <cx:chart xmlns:r="http://schemas.openxmlformats.org/officeDocument/2006/relationships" xmlns:cx="http://schemas.microsoft.com/office/drawing/2014/chartex" r:id="R6053049aa4db4148"/>
          </a:graphicData>
        </a:graphic>
      </p:graphicFrame>
    </p:spTree>
    <p:extLst>
      <p:ext uri="{BB962C8B-B14F-4D97-AF65-F5344CB8AC3E}">
        <p14:creationId xmlns:p14="http://schemas.microsoft.com/office/powerpoint/2010/main" val="282750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2026-10-10T21:31:32.8500000Z</dcterms:created>
  <dcterms:modified xsi:type="dcterms:W3CDTF">2026-10-10T21:31:32.8500000Z</dcterms:modified>
</coreProperties>
</file>