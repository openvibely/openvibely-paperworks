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2cdee9b1b04d27" /><Relationship Type="http://schemas.openxmlformats.org/officeDocument/2006/relationships/extended-properties" Target="/docProps/app.xml" Id="R3de472e636344538" /><Relationship Type="http://schemas.openxmlformats.org/officeDocument/2006/relationships/officeDocument" Target="/ppt/presentation.xml" Id="R79e6c2d4322c40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9f708361e0471c"/>
  </p:sldMasterIdLst>
  <p:notesMasterIdLst>
    <p:notesMasterId xmlns:r="http://schemas.openxmlformats.org/officeDocument/2006/relationships" r:id="Racd90e9848c64291"/>
  </p:notesMasterIdLst>
  <p:sldIdLst>
    <p:sldId xmlns:r="http://schemas.openxmlformats.org/officeDocument/2006/relationships" id="256" r:id="R6ee8f50ead8841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a26474e13844ba" /><Relationship Type="http://schemas.openxmlformats.org/officeDocument/2006/relationships/slideMaster" Target="/ppt/slideMasters/slideMaster1.xml" Id="R2e9f708361e0471c" /><Relationship Type="http://schemas.openxmlformats.org/officeDocument/2006/relationships/notesMaster" Target="/ppt/notesMasters/notesMaster1.xml" Id="Racd90e9848c64291" /><Relationship Type="http://schemas.openxmlformats.org/officeDocument/2006/relationships/presProps" Target="/ppt/presProps.xml" Id="Ra288bcb393104ada" /><Relationship Type="http://schemas.openxmlformats.org/officeDocument/2006/relationships/tableStyles" Target="/ppt/tableStyles.xml" Id="Rbb99a38d53124ae7" /><Relationship Type="http://schemas.openxmlformats.org/officeDocument/2006/relationships/slide" Target="/ppt/slides/slide1.xml" Id="R6ee8f50ead8841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c18fa189bc4a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f76d5d9a1247d0" /><Relationship Type="http://schemas.openxmlformats.org/officeDocument/2006/relationships/notesMaster" Target="/ppt/notesMasters/notesMaster1.xml" Id="Ra7daf86b899640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00dfdfda447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b6984565d43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10a8758c374c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dcd8247de40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78566c988841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2dc30ff6945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1880D4-13B2-4055-9BF2-F779484A7E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E34967-FDF1-4B77-88BE-FC2B04CF21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82A6A2-193A-4DA5-A7DF-B5B216E658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0DA0FD-AA82-4D2F-A70C-AF52609E03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8EC8C1-B087-415D-97ED-3B773DEA22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5E7975-4939-4F69-A60C-C96880D688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5CB1E8-4E76-4562-BE3E-37A7A51ADA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95A6730-A3F0-4C8B-93BE-1ABBB04C3C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912341-1CD1-4CBD-A774-81E3CF4854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414517-7ECA-47CB-BE36-2A5AA5FBD8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0fd4d25eb445ef" /><Relationship Type="http://schemas.openxmlformats.org/officeDocument/2006/relationships/slideLayout" Target="/ppt/slideLayouts/slideLayout1.xml" Id="R2aa312b297614ded" /><Relationship Type="http://schemas.openxmlformats.org/officeDocument/2006/relationships/slideLayout" Target="/ppt/slideLayouts/slideLayout2.xml" Id="R6fffad184a9f4712" /><Relationship Type="http://schemas.openxmlformats.org/officeDocument/2006/relationships/slideLayout" Target="/ppt/slideLayouts/slideLayout3.xml" Id="R2f3350eeb1f34167" /><Relationship Type="http://schemas.openxmlformats.org/officeDocument/2006/relationships/slideLayout" Target="/ppt/slideLayouts/slideLayout4.xml" Id="R4d553a5b58814c70" /><Relationship Type="http://schemas.openxmlformats.org/officeDocument/2006/relationships/slideLayout" Target="/ppt/slideLayouts/slideLayout5.xml" Id="Rb1d2495f52254385" /><Relationship Type="http://schemas.openxmlformats.org/officeDocument/2006/relationships/slideLayout" Target="/ppt/slideLayouts/slideLayout6.xml" Id="R798ca187f30f4a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a312b297614ded"/>
    <p:sldLayoutId xmlns:r="http://schemas.openxmlformats.org/officeDocument/2006/relationships" id="2147483650" r:id="R6fffad184a9f4712"/>
    <p:sldLayoutId xmlns:r="http://schemas.openxmlformats.org/officeDocument/2006/relationships" id="2147483651" r:id="R2f3350eeb1f34167"/>
    <p:sldLayoutId xmlns:r="http://schemas.openxmlformats.org/officeDocument/2006/relationships" id="2147483652" r:id="R4d553a5b58814c70"/>
    <p:sldLayoutId xmlns:r="http://schemas.openxmlformats.org/officeDocument/2006/relationships" id="2147483653" r:id="Rb1d2495f52254385"/>
    <p:sldLayoutId xmlns:r="http://schemas.openxmlformats.org/officeDocument/2006/relationships" id="2147483654" r:id="R798ca187f30f4a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c5378c9462446e" /><Relationship Type="http://schemas.openxmlformats.org/officeDocument/2006/relationships/chart" Target="/ppt/slides/charts/chart1.xml" Id="R6c555e45edb64ca6" /><Relationship Type="http://schemas.openxmlformats.org/officeDocument/2006/relationships/notesSlide" Target="/ppt/notesSlides/notesSlide1.xml" Id="Rf782fcb286c842ec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doughnut</a:t>
            </a:r>
          </a:p>
        </c:rich>
      </c:tx>
      <c:overlay val="0"/>
    </c:title>
    <c:plotArea>
      <c:doughnutChart>
        <c:ser>
          <c:idx val="0"/>
          <c:order val="0"/>
          <c:tx>
            <c:v>Values</c:v>
          </c:tx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General</c:formatCode>
              <c:ptCount val="3"/>
              <c:pt idx="0">
                <c:v>10</c:v>
              </c:pt>
              <c:pt idx="1">
                <c:v>20</c:v>
              </c:pt>
              <c:pt idx="2">
                <c:v>5</c:v>
              </c:pt>
            </c:numLit>
          </c:val>
        </c:ser>
      </c:doughnutChart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02503844-4BDB-4328-A0AA-F611571BF8D1}"/>
              </a:ext>
            </a:extLst>
          </p:cNvPr>
          <p:cNvGraphicFramePr/>
          <p:nvPr/>
        </p:nvGraphicFramePr>
        <p:xfrm>
          <a:off xmlns:a="http://schemas.openxmlformats.org/drawingml/2006/main" x="952500" y="952500"/>
          <a:ext xmlns:a="http://schemas.openxmlformats.org/drawingml/2006/main" cx="9525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555e45edb64ca6"/>
          </a:graphicData>
        </a:graphic>
      </p:graphicFrame>
    </p:spTree>
    <p:extLst>
      <p:ext uri="{BB962C8B-B14F-4D97-AF65-F5344CB8AC3E}">
        <p14:creationId xmlns:p14="http://schemas.microsoft.com/office/powerpoint/2010/main" val="249367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2026-10-10T21:51:16.2180000Z</dcterms:created>
  <dcterms:modified xsi:type="dcterms:W3CDTF">2026-10-10T21:51:16.2180000Z</dcterms:modified>
</coreProperties>
</file>