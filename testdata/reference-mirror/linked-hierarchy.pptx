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  <Override PartName="/ppt/embeddings/source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42188796784d77" /><Relationship Type="http://schemas.openxmlformats.org/officeDocument/2006/relationships/extended-properties" Target="/docProps/app.xml" Id="R6fb7938094b74adc" /><Relationship Type="http://schemas.openxmlformats.org/officeDocument/2006/relationships/officeDocument" Target="/ppt/presentation.xml" Id="R0368991f9d784b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0723bc25414ee1"/>
  </p:sldMasterIdLst>
  <p:notesMasterIdLst>
    <p:notesMasterId xmlns:r="http://schemas.openxmlformats.org/officeDocument/2006/relationships" r:id="R1806236fac8f415b"/>
  </p:notesMasterIdLst>
  <p:sldIdLst>
    <p:sldId xmlns:r="http://schemas.openxmlformats.org/officeDocument/2006/relationships" id="256" r:id="R4dbff84378554d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d589825de4ce1" /><Relationship Type="http://schemas.openxmlformats.org/officeDocument/2006/relationships/slideMaster" Target="/ppt/slideMasters/slideMaster1.xml" Id="R0b0723bc25414ee1" /><Relationship Type="http://schemas.openxmlformats.org/officeDocument/2006/relationships/notesMaster" Target="/ppt/notesMasters/notesMaster1.xml" Id="R1806236fac8f415b" /><Relationship Type="http://schemas.openxmlformats.org/officeDocument/2006/relationships/presProps" Target="/ppt/presProps.xml" Id="Ra01f364189b04c2e" /><Relationship Type="http://schemas.openxmlformats.org/officeDocument/2006/relationships/tableStyles" Target="/ppt/tableStyles.xml" Id="R380fbbffef7d4dd1" /><Relationship Type="http://schemas.openxmlformats.org/officeDocument/2006/relationships/slide" Target="/ppt/slides/slide1.xml" Id="R4dbff84378554d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30c1940aa1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ba6c98e8144f0" /><Relationship Type="http://schemas.openxmlformats.org/officeDocument/2006/relationships/notesMaster" Target="/ppt/notesMasters/notesMaster1.xml" Id="R2f2a07b2f998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fd633a4c645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405697afe42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ec74fd26846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db9fbd4cf4a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fd8a59f6045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d828bb9dc41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4A30FE-6D1F-43F1-A176-4D17ABD6D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5FDC6C-A9FF-46D4-B48B-8933F3372F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6EB17C-1D91-446C-8460-EF97B7912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AC11A3-7114-42D2-ADFF-05CD1B056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685B9A-F190-47D4-BB65-88D97991BD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8A77C8-253A-42A5-AD1A-9380A4DA0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AFE3D0-4BA4-4FF1-BE72-D4FCF37C1A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DF76AF-C4D0-45EC-9349-9E5C3F70D6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DF7B03-78EE-4C2B-900C-09C6531C8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ECBAF4-684C-4857-B8E2-08E91DB82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3ff4093ef447e8" /><Relationship Type="http://schemas.openxmlformats.org/officeDocument/2006/relationships/slideLayout" Target="/ppt/slideLayouts/slideLayout1.xml" Id="R387ff152e0ef4dc2" /><Relationship Type="http://schemas.openxmlformats.org/officeDocument/2006/relationships/slideLayout" Target="/ppt/slideLayouts/slideLayout2.xml" Id="R3ba0c551d96943cb" /><Relationship Type="http://schemas.openxmlformats.org/officeDocument/2006/relationships/slideLayout" Target="/ppt/slideLayouts/slideLayout3.xml" Id="R189b9695e3094d1a" /><Relationship Type="http://schemas.openxmlformats.org/officeDocument/2006/relationships/slideLayout" Target="/ppt/slideLayouts/slideLayout4.xml" Id="R8687a8b7c3914258" /><Relationship Type="http://schemas.openxmlformats.org/officeDocument/2006/relationships/slideLayout" Target="/ppt/slideLayouts/slideLayout5.xml" Id="Raa66b61173de40d9" /><Relationship Type="http://schemas.openxmlformats.org/officeDocument/2006/relationships/slideLayout" Target="/ppt/slideLayouts/slideLayout6.xml" Id="Raaac349b52b344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7ff152e0ef4dc2"/>
    <p:sldLayoutId xmlns:r="http://schemas.openxmlformats.org/officeDocument/2006/relationships" id="2147483650" r:id="R3ba0c551d96943cb"/>
    <p:sldLayoutId xmlns:r="http://schemas.openxmlformats.org/officeDocument/2006/relationships" id="2147483651" r:id="R189b9695e3094d1a"/>
    <p:sldLayoutId xmlns:r="http://schemas.openxmlformats.org/officeDocument/2006/relationships" id="2147483652" r:id="R8687a8b7c3914258"/>
    <p:sldLayoutId xmlns:r="http://schemas.openxmlformats.org/officeDocument/2006/relationships" id="2147483653" r:id="Raa66b61173de40d9"/>
    <p:sldLayoutId xmlns:r="http://schemas.openxmlformats.org/officeDocument/2006/relationships" id="2147483654" r:id="Raaac349b52b344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1882b97614891" /><Relationship Type="http://schemas.microsoft.com/office/2014/relationships/chartEx" Target="/ppt/slides/extendedCharts/chart.xml" Id="R50af3c597e4d4c08" /><Relationship Type="http://schemas.openxmlformats.org/officeDocument/2006/relationships/notesSlide" Target="/ppt/notesSlides/notesSlide1.xml" Id="R90b45cd4f68d4b15" /></Relationships>
</file>

<file path=ppt/slides/extendedCharts/_rels/chart.xml.rels><ns0:Relationships xmlns:ns0="http://schemas.openxmlformats.org/package/2006/relationships"><ns0:Relationship Id="book" Type="http://schemas.openxmlformats.org/officeDocument/2006/relationships/package" Target="../../embeddings/source.xlsx"/></ns0:Relationships>
</file>

<file path=ppt/slides/extendedCharts/chart.xml><?xml version="1.0" encoding="utf-8"?>
<cx:chartSpace xmlns:cx="http://schemas.microsoft.com/office/drawing/2014/chartex">
  <cx:chartData>
    <cx:data id="0">
      <cx:strDim type="cat">
        <cx:f>'Source'!$A$1:$B$3</cx:f>
        <cx:lvl ptCount="3">
          <cx:pt idx="0">North</cx:pt>
          <cx:pt idx="1">North</cx:pt>
          <cx:pt idx="2">South</cx:pt>
        </cx:lvl>
        <cx:lvl ptCount="3">
          <cx:pt idx="0">A</cx:pt>
          <cx:pt idx="1">B</cx:pt>
          <cx:pt idx="2">C</cx:pt>
        </cx:lvl>
      </cx:strDim>
      <cx:numDim type="size">
        <cx:f>'Source'!$C$1:$C$3</cx:f>
        <cx:lvl ptCount="3" formatCode="0.00">
          <cx:pt idx="0">10</cx:pt>
          <cx:pt idx="1">20</cx:pt>
          <cx:pt idx="2">5</cx:pt>
        </cx:lvl>
      </cx:numDim>
    </cx:data>
    <cx:externalData xmlns:r="http://schemas.openxmlformats.org/officeDocument/2006/relationships" r:id="book"/>
  </cx:chartData>
  <cx:chart>
    <cx:plotArea>
      <cx:plotAreaRegion>
        <cx:series layoutId="treemap">
          <cx:tx>
            <cx:txData>
              <cx:v>Values</cx:v>
            </cx:txData>
          </cx:tx>
          <cx:dataId val="0"/>
        </cx:series>
      </cx:plotAreaRegion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5F28692-BA19-47B1-B260-9A1D4E557770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50af3c597e4d4c08"/>
          </a:graphicData>
        </a:graphic>
      </p:graphicFrame>
    </p:spTree>
    <p:extLst>
      <p:ext uri="{BB962C8B-B14F-4D97-AF65-F5344CB8AC3E}">
        <p14:creationId xmlns:p14="http://schemas.microsoft.com/office/powerpoint/2010/main" val="2048259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2026-10-10T04:52:25.4650000Z</dcterms:created>
  <dcterms:modified xsi:type="dcterms:W3CDTF">2026-10-10T04:52:25.4650000Z</dcterms:modified>
</coreProperties>
</file>