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ns0:chartSpace xmlns:ns0="http://schemas.openxmlformats.org/drawingml/2006/chart" xmlns:ns1="http://schemas.openxmlformats.org/drawingml/2006/main">
  <ns0:date1904 val="0"/>
  <ns0:chart>
    <ns0:autoTitleDeleted val="0"/>
    <ns0:plotArea>
      <ns0:barChart>
        <ns0:barDir val="col"/>
        <ns0:grouping val="clustered"/>
        <ns0:ser>
          <ns0:idx val="0"/>
          <ns0:order val="0"/>
          <ns0:tx>
            <ns0:strLit>
              <ns0:ptCount val="1"/>
              <ns0:pt idx="0">
                <ns0:v>Revenue</ns0:v>
              </ns0:pt>
            </ns0:strLit>
          </ns0:tx>
          <ns0:cat>
            <ns0:strLit>
              <ns0:ptCount val="2"/>
              <ns0:pt idx="0">
                <ns0:v>A</ns0:v>
              </ns0:pt>
              <ns0:pt idx="1">
                <ns0:v>B</ns0:v>
              </ns0:pt>
            </ns0:strLit>
          </ns0:cat>
          <ns0:val>
            <ns0:numLit>
              <ns0:formatCode>General</ns0:formatCode>
              <ns0:ptCount val="2"/>
              <ns0:pt idx="0">
                <ns0:v>2</ns0:v>
              </ns0:pt>
              <ns0:pt idx="1">
                <ns0:v>3</ns0:v>
              </ns0:pt>
            </ns0:numLit>
          </ns0:val>
        </ns0:ser>
        <ns0:axId val="-2068027336"/>
        <ns0:axId val="-2113994440"/>
      </ns0:barChart>
      <ns0:catAx>
        <ns0:axId val="-2068027336"/>
        <ns0:scaling>
          <ns0:orientation val="minMax"/>
        </ns0:scaling>
        <ns0:delete val="0"/>
        <ns0:axPos val="b"/>
        <ns0:majorTickMark val="out"/>
        <ns0:minorTickMark val="none"/>
        <ns0:tickLblPos val="nextTo"/>
        <ns0:crossAx val="-2113994440"/>
        <ns0:crosses val="autoZero"/>
        <ns0:auto val="1"/>
        <ns0:lblAlgn val="ctr"/>
        <ns0:lblOffset val="100"/>
        <ns0:noMultiLvlLbl val="0"/>
      </ns0:catAx>
      <ns0:valAx>
        <ns0:axId val="-2113994440"/>
        <ns0:scaling/>
        <ns0:delete val="0"/>
        <ns0:axPos val="l"/>
        <ns0:majorGridlines/>
        <ns0:majorTickMark val="out"/>
        <ns0:minorTickMark val="none"/>
        <ns0:tickLblPos val="nextTo"/>
        <ns0:crossAx val="-2068027336"/>
        <ns0:crosses val="autoZero"/>
      </ns0:valAx>
    </ns0:plotArea>
    <ns0:dispBlanksAs val="gap"/>
  </ns0:chart>
  <ns0:txPr>
    <ns1:bodyPr/>
    <ns1:lstStyle/>
    <ns1:p>
      <ns1:pPr>
        <ns1:defRPr sz="1800"/>
      </ns1:pPr>
      <ns1:endParaRPr lang="en-US"/>
    </ns1:p>
  </ns0:txPr>
</ns0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